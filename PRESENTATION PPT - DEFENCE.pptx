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6" r:id="rId1"/>
  </p:sldMasterIdLst>
  <p:notesMasterIdLst>
    <p:notesMasterId r:id="rId33"/>
  </p:notesMasterIdLst>
  <p:sldIdLst>
    <p:sldId id="256" r:id="rId2"/>
    <p:sldId id="296" r:id="rId3"/>
    <p:sldId id="287" r:id="rId4"/>
    <p:sldId id="288" r:id="rId5"/>
    <p:sldId id="289" r:id="rId6"/>
    <p:sldId id="298" r:id="rId7"/>
    <p:sldId id="304" r:id="rId8"/>
    <p:sldId id="329" r:id="rId9"/>
    <p:sldId id="290" r:id="rId10"/>
    <p:sldId id="307" r:id="rId11"/>
    <p:sldId id="308" r:id="rId12"/>
    <p:sldId id="319" r:id="rId13"/>
    <p:sldId id="292" r:id="rId14"/>
    <p:sldId id="309" r:id="rId15"/>
    <p:sldId id="310" r:id="rId16"/>
    <p:sldId id="320" r:id="rId17"/>
    <p:sldId id="321" r:id="rId18"/>
    <p:sldId id="324" r:id="rId19"/>
    <p:sldId id="325" r:id="rId20"/>
    <p:sldId id="326" r:id="rId21"/>
    <p:sldId id="314" r:id="rId22"/>
    <p:sldId id="328" r:id="rId23"/>
    <p:sldId id="313" r:id="rId24"/>
    <p:sldId id="327" r:id="rId25"/>
    <p:sldId id="293" r:id="rId26"/>
    <p:sldId id="318" r:id="rId27"/>
    <p:sldId id="316" r:id="rId28"/>
    <p:sldId id="317" r:id="rId29"/>
    <p:sldId id="306" r:id="rId30"/>
    <p:sldId id="330" r:id="rId31"/>
    <p:sldId id="286" r:id="rId32"/>
  </p:sldIdLst>
  <p:sldSz cx="12192000" cy="6858000"/>
  <p:notesSz cx="6858000" cy="9144000"/>
  <p:embeddedFontLst>
    <p:embeddedFont>
      <p:font typeface="Bell MT" panose="02020503060305020303" pitchFamily="18" charset="0"/>
      <p:regular r:id="rId34"/>
      <p:bold r:id="rId35"/>
      <p:italic r:id="rId36"/>
    </p:embeddedFont>
    <p:embeddedFont>
      <p:font typeface="Century Gothic" panose="020B0502020202020204" pitchFamily="34" charset="0"/>
      <p:regular r:id="rId37"/>
      <p:bold r:id="rId38"/>
      <p:italic r:id="rId39"/>
      <p:boldItalic r:id="rId40"/>
    </p:embeddedFont>
    <p:embeddedFont>
      <p:font typeface="Garamond" panose="02020404030301010803" pitchFamily="18" charset="0"/>
      <p:regular r:id="rId41"/>
      <p:bold r:id="rId42"/>
      <p:italic r:id="rId4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1" roundtripDataSignature="AMtx7mjiTdd8X9g5gyurNg6UOSGt3bpV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12CA3F2-3E35-49C9-A260-BB407F95FEB0}">
  <a:tblStyle styleId="{012CA3F2-3E35-49C9-A260-BB407F95FEB0}" styleName="Table_0">
    <a:wholeTbl>
      <a:tcTxStyle b="off" i="off">
        <a:font>
          <a:latin typeface="Garamond"/>
          <a:ea typeface="Garamond"/>
          <a:cs typeface="Garamond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CEFE7"/>
          </a:solidFill>
        </a:fill>
      </a:tcStyle>
    </a:wholeTbl>
    <a:band1H>
      <a:tcTxStyle b="off" i="off"/>
      <a:tcStyle>
        <a:tcBdr/>
        <a:fill>
          <a:solidFill>
            <a:srgbClr val="D8DDCB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8DDCB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Garamond"/>
          <a:ea typeface="Garamond"/>
          <a:cs typeface="Garamond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Garamond"/>
          <a:ea typeface="Garamond"/>
          <a:cs typeface="Garamond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Garamond"/>
          <a:ea typeface="Garamond"/>
          <a:cs typeface="Garamond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Garamond"/>
          <a:ea typeface="Garamond"/>
          <a:cs typeface="Garamond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A89F7E1E-E552-4C79-BAAA-A4AF57E8283A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4B06D7C-2430-4A3C-936A-00606F6217D7}" styleName="Table_2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dk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9349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3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56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customschemas.google.com/relationships/presentationmetadata" Target="meta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font" Target="fonts/font8.fntdata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bin Chy" userId="5cfb10c3666d8d61" providerId="LiveId" clId="{EBCD4659-F511-4018-A80F-97FFE43A4629}"/>
    <pc:docChg chg="undo custSel addSld delSld modSld sldOrd">
      <pc:chgData name="Tanbin Chy" userId="5cfb10c3666d8d61" providerId="LiveId" clId="{EBCD4659-F511-4018-A80F-97FFE43A4629}" dt="2026-02-07T18:33:39.897" v="7666" actId="115"/>
      <pc:docMkLst>
        <pc:docMk/>
      </pc:docMkLst>
      <pc:sldChg chg="modSp mod modTransition">
        <pc:chgData name="Tanbin Chy" userId="5cfb10c3666d8d61" providerId="LiveId" clId="{EBCD4659-F511-4018-A80F-97FFE43A4629}" dt="2026-02-02T16:55:39.837" v="6782" actId="20577"/>
        <pc:sldMkLst>
          <pc:docMk/>
          <pc:sldMk cId="0" sldId="256"/>
        </pc:sldMkLst>
        <pc:spChg chg="mod">
          <ac:chgData name="Tanbin Chy" userId="5cfb10c3666d8d61" providerId="LiveId" clId="{EBCD4659-F511-4018-A80F-97FFE43A4629}" dt="2026-02-02T16:55:39.837" v="6782" actId="20577"/>
          <ac:spMkLst>
            <pc:docMk/>
            <pc:sldMk cId="0" sldId="256"/>
            <ac:spMk id="2" creationId="{8981DB31-B676-3919-3185-4374C173A08B}"/>
          </ac:spMkLst>
        </pc:spChg>
        <pc:spChg chg="mod">
          <ac:chgData name="Tanbin Chy" userId="5cfb10c3666d8d61" providerId="LiveId" clId="{EBCD4659-F511-4018-A80F-97FFE43A4629}" dt="2026-01-27T10:54:54.862" v="3696" actId="12788"/>
          <ac:spMkLst>
            <pc:docMk/>
            <pc:sldMk cId="0" sldId="256"/>
            <ac:spMk id="100" creationId="{00000000-0000-0000-0000-000000000000}"/>
          </ac:spMkLst>
        </pc:spChg>
        <pc:spChg chg="mod">
          <ac:chgData name="Tanbin Chy" userId="5cfb10c3666d8d61" providerId="LiveId" clId="{EBCD4659-F511-4018-A80F-97FFE43A4629}" dt="2026-01-28T20:43:19.831" v="5207" actId="20577"/>
          <ac:spMkLst>
            <pc:docMk/>
            <pc:sldMk cId="0" sldId="256"/>
            <ac:spMk id="101" creationId="{00000000-0000-0000-0000-000000000000}"/>
          </ac:spMkLst>
        </pc:spChg>
      </pc:sldChg>
      <pc:sldChg chg="add del">
        <pc:chgData name="Tanbin Chy" userId="5cfb10c3666d8d61" providerId="LiveId" clId="{EBCD4659-F511-4018-A80F-97FFE43A4629}" dt="2026-02-06T21:41:07.973" v="7349" actId="47"/>
        <pc:sldMkLst>
          <pc:docMk/>
          <pc:sldMk cId="0" sldId="286"/>
        </pc:sldMkLst>
      </pc:sldChg>
      <pc:sldChg chg="addSp delSp modSp mod">
        <pc:chgData name="Tanbin Chy" userId="5cfb10c3666d8d61" providerId="LiveId" clId="{EBCD4659-F511-4018-A80F-97FFE43A4629}" dt="2026-02-04T18:04:40.433" v="6791" actId="20577"/>
        <pc:sldMkLst>
          <pc:docMk/>
          <pc:sldMk cId="3238894195" sldId="287"/>
        </pc:sldMkLst>
        <pc:spChg chg="add mod">
          <ac:chgData name="Tanbin Chy" userId="5cfb10c3666d8d61" providerId="LiveId" clId="{EBCD4659-F511-4018-A80F-97FFE43A4629}" dt="2026-02-04T18:04:40.433" v="6791" actId="20577"/>
          <ac:spMkLst>
            <pc:docMk/>
            <pc:sldMk cId="3238894195" sldId="287"/>
            <ac:spMk id="3" creationId="{7B26849D-8933-A4AE-DB2F-E8E9AB196A7C}"/>
          </ac:spMkLst>
        </pc:spChg>
      </pc:sldChg>
      <pc:sldChg chg="addSp delSp modSp mod">
        <pc:chgData name="Tanbin Chy" userId="5cfb10c3666d8d61" providerId="LiveId" clId="{EBCD4659-F511-4018-A80F-97FFE43A4629}" dt="2026-01-28T21:43:08.844" v="6039" actId="1076"/>
        <pc:sldMkLst>
          <pc:docMk/>
          <pc:sldMk cId="1986765889" sldId="288"/>
        </pc:sldMkLst>
        <pc:spChg chg="add del">
          <ac:chgData name="Tanbin Chy" userId="5cfb10c3666d8d61" providerId="LiveId" clId="{EBCD4659-F511-4018-A80F-97FFE43A4629}" dt="2026-01-27T16:41:25.832" v="3958" actId="478"/>
          <ac:spMkLst>
            <pc:docMk/>
            <pc:sldMk cId="1986765889" sldId="288"/>
            <ac:spMk id="2" creationId="{942267B2-2F3E-7287-503E-EF242AE75C69}"/>
          </ac:spMkLst>
        </pc:spChg>
        <pc:spChg chg="add mod">
          <ac:chgData name="Tanbin Chy" userId="5cfb10c3666d8d61" providerId="LiveId" clId="{EBCD4659-F511-4018-A80F-97FFE43A4629}" dt="2026-01-28T21:43:08.844" v="6039" actId="1076"/>
          <ac:spMkLst>
            <pc:docMk/>
            <pc:sldMk cId="1986765889" sldId="288"/>
            <ac:spMk id="8" creationId="{BCF1E96B-F1B0-6FF9-FA0D-01FBC046D9BC}"/>
          </ac:spMkLst>
        </pc:spChg>
      </pc:sldChg>
      <pc:sldChg chg="addSp delSp modSp mod">
        <pc:chgData name="Tanbin Chy" userId="5cfb10c3666d8d61" providerId="LiveId" clId="{EBCD4659-F511-4018-A80F-97FFE43A4629}" dt="2026-01-28T20:43:57.463" v="5209" actId="20577"/>
        <pc:sldMkLst>
          <pc:docMk/>
          <pc:sldMk cId="2313787775" sldId="289"/>
        </pc:sldMkLst>
        <pc:spChg chg="mod">
          <ac:chgData name="Tanbin Chy" userId="5cfb10c3666d8d61" providerId="LiveId" clId="{EBCD4659-F511-4018-A80F-97FFE43A4629}" dt="2026-01-28T20:43:57.463" v="5209" actId="20577"/>
          <ac:spMkLst>
            <pc:docMk/>
            <pc:sldMk cId="2313787775" sldId="289"/>
            <ac:spMk id="2" creationId="{AA2B2AEF-B4C7-F23F-921E-93420D820949}"/>
          </ac:spMkLst>
        </pc:spChg>
        <pc:spChg chg="mod">
          <ac:chgData name="Tanbin Chy" userId="5cfb10c3666d8d61" providerId="LiveId" clId="{EBCD4659-F511-4018-A80F-97FFE43A4629}" dt="2026-01-27T17:55:17.524" v="4457" actId="12"/>
          <ac:spMkLst>
            <pc:docMk/>
            <pc:sldMk cId="2313787775" sldId="289"/>
            <ac:spMk id="14" creationId="{7D2C1632-45DE-AB9E-379C-2BCB945C2953}"/>
          </ac:spMkLst>
        </pc:spChg>
      </pc:sldChg>
      <pc:sldChg chg="addSp delSp modSp mod">
        <pc:chgData name="Tanbin Chy" userId="5cfb10c3666d8d61" providerId="LiveId" clId="{EBCD4659-F511-4018-A80F-97FFE43A4629}" dt="2026-02-07T18:33:39.897" v="7666" actId="115"/>
        <pc:sldMkLst>
          <pc:docMk/>
          <pc:sldMk cId="1231251798" sldId="290"/>
        </pc:sldMkLst>
        <pc:spChg chg="mod">
          <ac:chgData name="Tanbin Chy" userId="5cfb10c3666d8d61" providerId="LiveId" clId="{EBCD4659-F511-4018-A80F-97FFE43A4629}" dt="2026-02-02T14:53:51.370" v="6050" actId="1076"/>
          <ac:spMkLst>
            <pc:docMk/>
            <pc:sldMk cId="1231251798" sldId="290"/>
            <ac:spMk id="2" creationId="{68928CAE-7D28-D1B9-0AD4-9238AB05063F}"/>
          </ac:spMkLst>
        </pc:spChg>
        <pc:spChg chg="add mod">
          <ac:chgData name="Tanbin Chy" userId="5cfb10c3666d8d61" providerId="LiveId" clId="{EBCD4659-F511-4018-A80F-97FFE43A4629}" dt="2026-02-07T18:30:37.393" v="7591" actId="113"/>
          <ac:spMkLst>
            <pc:docMk/>
            <pc:sldMk cId="1231251798" sldId="290"/>
            <ac:spMk id="3" creationId="{7BFB72FF-0DD5-B250-042D-49EF37AD70C9}"/>
          </ac:spMkLst>
        </pc:spChg>
        <pc:spChg chg="mod">
          <ac:chgData name="Tanbin Chy" userId="5cfb10c3666d8d61" providerId="LiveId" clId="{EBCD4659-F511-4018-A80F-97FFE43A4629}" dt="2026-02-02T14:53:33.645" v="6048" actId="1076"/>
          <ac:spMkLst>
            <pc:docMk/>
            <pc:sldMk cId="1231251798" sldId="290"/>
            <ac:spMk id="44" creationId="{609E5F3C-F136-5EDF-A240-B4CAE997AB04}"/>
          </ac:spMkLst>
        </pc:spChg>
        <pc:spChg chg="add mod">
          <ac:chgData name="Tanbin Chy" userId="5cfb10c3666d8d61" providerId="LiveId" clId="{EBCD4659-F511-4018-A80F-97FFE43A4629}" dt="2026-02-02T15:03:39.513" v="6165" actId="1076"/>
          <ac:spMkLst>
            <pc:docMk/>
            <pc:sldMk cId="1231251798" sldId="290"/>
            <ac:spMk id="45" creationId="{6C28EBDC-AE90-1D19-BDA7-A9A24CA0FC94}"/>
          </ac:spMkLst>
        </pc:spChg>
        <pc:spChg chg="add del mod">
          <ac:chgData name="Tanbin Chy" userId="5cfb10c3666d8d61" providerId="LiveId" clId="{EBCD4659-F511-4018-A80F-97FFE43A4629}" dt="2026-02-02T15:03:39.513" v="6165" actId="1076"/>
          <ac:spMkLst>
            <pc:docMk/>
            <pc:sldMk cId="1231251798" sldId="290"/>
            <ac:spMk id="46" creationId="{3D6DB04D-FA0D-C2D4-5DAC-84022DFCB52F}"/>
          </ac:spMkLst>
        </pc:spChg>
        <pc:spChg chg="add del mod">
          <ac:chgData name="Tanbin Chy" userId="5cfb10c3666d8d61" providerId="LiveId" clId="{EBCD4659-F511-4018-A80F-97FFE43A4629}" dt="2026-02-02T15:03:39.513" v="6165" actId="1076"/>
          <ac:spMkLst>
            <pc:docMk/>
            <pc:sldMk cId="1231251798" sldId="290"/>
            <ac:spMk id="47" creationId="{F135A9D4-D253-39D8-2EDA-B706D00F41D9}"/>
          </ac:spMkLst>
        </pc:spChg>
        <pc:spChg chg="add mod">
          <ac:chgData name="Tanbin Chy" userId="5cfb10c3666d8d61" providerId="LiveId" clId="{EBCD4659-F511-4018-A80F-97FFE43A4629}" dt="2026-02-02T15:03:50.463" v="6166" actId="1076"/>
          <ac:spMkLst>
            <pc:docMk/>
            <pc:sldMk cId="1231251798" sldId="290"/>
            <ac:spMk id="48" creationId="{412B3145-0424-C597-B424-220F5E3EFB3E}"/>
          </ac:spMkLst>
        </pc:spChg>
        <pc:spChg chg="mod">
          <ac:chgData name="Tanbin Chy" userId="5cfb10c3666d8d61" providerId="LiveId" clId="{EBCD4659-F511-4018-A80F-97FFE43A4629}" dt="2026-02-02T15:03:39.513" v="6165" actId="1076"/>
          <ac:spMkLst>
            <pc:docMk/>
            <pc:sldMk cId="1231251798" sldId="290"/>
            <ac:spMk id="49" creationId="{2F3401C3-E0D7-00A2-BEFF-415DD0718083}"/>
          </ac:spMkLst>
        </pc:spChg>
        <pc:spChg chg="add del mod">
          <ac:chgData name="Tanbin Chy" userId="5cfb10c3666d8d61" providerId="LiveId" clId="{EBCD4659-F511-4018-A80F-97FFE43A4629}" dt="2026-02-07T18:33:39.897" v="7666" actId="115"/>
          <ac:spMkLst>
            <pc:docMk/>
            <pc:sldMk cId="1231251798" sldId="290"/>
            <ac:spMk id="50" creationId="{D60B341A-FD3E-D81C-E994-FFCF7CD9C877}"/>
          </ac:spMkLst>
        </pc:spChg>
        <pc:spChg chg="add mod">
          <ac:chgData name="Tanbin Chy" userId="5cfb10c3666d8d61" providerId="LiveId" clId="{EBCD4659-F511-4018-A80F-97FFE43A4629}" dt="2026-02-02T15:03:50.463" v="6166" actId="1076"/>
          <ac:spMkLst>
            <pc:docMk/>
            <pc:sldMk cId="1231251798" sldId="290"/>
            <ac:spMk id="51" creationId="{505BED78-A8C0-82E2-A811-80DF37614F02}"/>
          </ac:spMkLst>
        </pc:spChg>
        <pc:spChg chg="add mod">
          <ac:chgData name="Tanbin Chy" userId="5cfb10c3666d8d61" providerId="LiveId" clId="{EBCD4659-F511-4018-A80F-97FFE43A4629}" dt="2026-02-02T15:03:39.513" v="6165" actId="1076"/>
          <ac:spMkLst>
            <pc:docMk/>
            <pc:sldMk cId="1231251798" sldId="290"/>
            <ac:spMk id="52" creationId="{29F040B5-C01A-6658-D5A7-26B54E78C96E}"/>
          </ac:spMkLst>
        </pc:spChg>
        <pc:spChg chg="add mod">
          <ac:chgData name="Tanbin Chy" userId="5cfb10c3666d8d61" providerId="LiveId" clId="{EBCD4659-F511-4018-A80F-97FFE43A4629}" dt="2026-02-02T15:04:07.510" v="6170" actId="1076"/>
          <ac:spMkLst>
            <pc:docMk/>
            <pc:sldMk cId="1231251798" sldId="290"/>
            <ac:spMk id="54" creationId="{F3EA1578-47E9-304C-E3B6-267B6C268B0B}"/>
          </ac:spMkLst>
        </pc:spChg>
        <pc:spChg chg="add del mod">
          <ac:chgData name="Tanbin Chy" userId="5cfb10c3666d8d61" providerId="LiveId" clId="{EBCD4659-F511-4018-A80F-97FFE43A4629}" dt="2026-02-07T18:33:09.479" v="7665" actId="1076"/>
          <ac:spMkLst>
            <pc:docMk/>
            <pc:sldMk cId="1231251798" sldId="290"/>
            <ac:spMk id="58" creationId="{7506F8E6-C040-CC97-9C7A-4EF98463ECB1}"/>
          </ac:spMkLst>
        </pc:spChg>
        <pc:spChg chg="add mod">
          <ac:chgData name="Tanbin Chy" userId="5cfb10c3666d8d61" providerId="LiveId" clId="{EBCD4659-F511-4018-A80F-97FFE43A4629}" dt="2026-02-02T15:04:05.344" v="6169" actId="1076"/>
          <ac:spMkLst>
            <pc:docMk/>
            <pc:sldMk cId="1231251798" sldId="290"/>
            <ac:spMk id="59" creationId="{3415A367-FB61-DD87-54E9-E235B14CE625}"/>
          </ac:spMkLst>
        </pc:spChg>
        <pc:cxnChg chg="mod">
          <ac:chgData name="Tanbin Chy" userId="5cfb10c3666d8d61" providerId="LiveId" clId="{EBCD4659-F511-4018-A80F-97FFE43A4629}" dt="2026-02-02T15:03:39.513" v="6165" actId="1076"/>
          <ac:cxnSpMkLst>
            <pc:docMk/>
            <pc:sldMk cId="1231251798" sldId="290"/>
            <ac:cxnSpMk id="42" creationId="{BE114418-7C5A-5372-107D-DB713DDB6E2B}"/>
          </ac:cxnSpMkLst>
        </pc:cxnChg>
        <pc:cxnChg chg="mod">
          <ac:chgData name="Tanbin Chy" userId="5cfb10c3666d8d61" providerId="LiveId" clId="{EBCD4659-F511-4018-A80F-97FFE43A4629}" dt="2026-02-02T15:04:05.344" v="6169" actId="1076"/>
          <ac:cxnSpMkLst>
            <pc:docMk/>
            <pc:sldMk cId="1231251798" sldId="290"/>
            <ac:cxnSpMk id="43" creationId="{B6912A24-D86C-621A-3280-0F3D79E44761}"/>
          </ac:cxnSpMkLst>
        </pc:cxnChg>
        <pc:cxnChg chg="mod">
          <ac:chgData name="Tanbin Chy" userId="5cfb10c3666d8d61" providerId="LiveId" clId="{EBCD4659-F511-4018-A80F-97FFE43A4629}" dt="2026-01-27T16:54:33.105" v="4094" actId="12789"/>
          <ac:cxnSpMkLst>
            <pc:docMk/>
            <pc:sldMk cId="1231251798" sldId="290"/>
            <ac:cxnSpMk id="53" creationId="{0054F5DA-097F-C6D5-0D4E-DEB4D9F414EE}"/>
          </ac:cxnSpMkLst>
        </pc:cxnChg>
        <pc:cxnChg chg="mod">
          <ac:chgData name="Tanbin Chy" userId="5cfb10c3666d8d61" providerId="LiveId" clId="{EBCD4659-F511-4018-A80F-97FFE43A4629}" dt="2026-01-27T16:54:26.169" v="4093" actId="12789"/>
          <ac:cxnSpMkLst>
            <pc:docMk/>
            <pc:sldMk cId="1231251798" sldId="290"/>
            <ac:cxnSpMk id="55" creationId="{48BEB4CE-2E49-296A-0994-9067EA199AD2}"/>
          </ac:cxnSpMkLst>
        </pc:cxnChg>
        <pc:cxnChg chg="mod">
          <ac:chgData name="Tanbin Chy" userId="5cfb10c3666d8d61" providerId="LiveId" clId="{EBCD4659-F511-4018-A80F-97FFE43A4629}" dt="2026-02-02T15:03:26.179" v="6162" actId="21"/>
          <ac:cxnSpMkLst>
            <pc:docMk/>
            <pc:sldMk cId="1231251798" sldId="290"/>
            <ac:cxnSpMk id="56" creationId="{E0C038DA-C81D-FAB8-A9BF-8AE63F371B93}"/>
          </ac:cxnSpMkLst>
        </pc:cxnChg>
        <pc:cxnChg chg="mod">
          <ac:chgData name="Tanbin Chy" userId="5cfb10c3666d8d61" providerId="LiveId" clId="{EBCD4659-F511-4018-A80F-97FFE43A4629}" dt="2026-02-02T15:03:30.360" v="6164" actId="1076"/>
          <ac:cxnSpMkLst>
            <pc:docMk/>
            <pc:sldMk cId="1231251798" sldId="290"/>
            <ac:cxnSpMk id="57" creationId="{E0725240-8A4B-D5F9-6C15-3F81A0FB8D06}"/>
          </ac:cxnSpMkLst>
        </pc:cxnChg>
        <pc:cxnChg chg="mod">
          <ac:chgData name="Tanbin Chy" userId="5cfb10c3666d8d61" providerId="LiveId" clId="{EBCD4659-F511-4018-A80F-97FFE43A4629}" dt="2026-02-02T15:03:50.463" v="6166" actId="1076"/>
          <ac:cxnSpMkLst>
            <pc:docMk/>
            <pc:sldMk cId="1231251798" sldId="290"/>
            <ac:cxnSpMk id="60" creationId="{62463273-5272-A40B-7B1E-99EA82991D8C}"/>
          </ac:cxnSpMkLst>
        </pc:cxnChg>
        <pc:cxnChg chg="mod">
          <ac:chgData name="Tanbin Chy" userId="5cfb10c3666d8d61" providerId="LiveId" clId="{EBCD4659-F511-4018-A80F-97FFE43A4629}" dt="2026-02-02T15:03:50.463" v="6166" actId="1076"/>
          <ac:cxnSpMkLst>
            <pc:docMk/>
            <pc:sldMk cId="1231251798" sldId="290"/>
            <ac:cxnSpMk id="61" creationId="{BA637FE0-2C81-9860-9527-10AB32764E4C}"/>
          </ac:cxnSpMkLst>
        </pc:cxnChg>
      </pc:sldChg>
      <pc:sldChg chg="add">
        <pc:chgData name="Tanbin Chy" userId="5cfb10c3666d8d61" providerId="LiveId" clId="{EBCD4659-F511-4018-A80F-97FFE43A4629}" dt="2026-01-28T20:55:46.753" v="5366"/>
        <pc:sldMkLst>
          <pc:docMk/>
          <pc:sldMk cId="4151653017" sldId="292"/>
        </pc:sldMkLst>
      </pc:sldChg>
      <pc:sldChg chg="addSp delSp modSp mod">
        <pc:chgData name="Tanbin Chy" userId="5cfb10c3666d8d61" providerId="LiveId" clId="{EBCD4659-F511-4018-A80F-97FFE43A4629}" dt="2026-02-06T21:16:21.982" v="7091" actId="1076"/>
        <pc:sldMkLst>
          <pc:docMk/>
          <pc:sldMk cId="4176538849" sldId="293"/>
        </pc:sldMkLst>
        <pc:spChg chg="mod">
          <ac:chgData name="Tanbin Chy" userId="5cfb10c3666d8d61" providerId="LiveId" clId="{EBCD4659-F511-4018-A80F-97FFE43A4629}" dt="2026-02-06T21:16:21.982" v="7091" actId="1076"/>
          <ac:spMkLst>
            <pc:docMk/>
            <pc:sldMk cId="4176538849" sldId="293"/>
            <ac:spMk id="2" creationId="{629F9C82-9106-7D6E-8771-7E26C7F35AF5}"/>
          </ac:spMkLst>
        </pc:spChg>
        <pc:spChg chg="add mod">
          <ac:chgData name="Tanbin Chy" userId="5cfb10c3666d8d61" providerId="LiveId" clId="{EBCD4659-F511-4018-A80F-97FFE43A4629}" dt="2026-02-06T21:13:18.300" v="6992" actId="478"/>
          <ac:spMkLst>
            <pc:docMk/>
            <pc:sldMk cId="4176538849" sldId="293"/>
            <ac:spMk id="9" creationId="{C5C34CEB-7886-3CB5-31B1-DDDE3513C753}"/>
          </ac:spMkLst>
        </pc:spChg>
        <pc:spChg chg="add del mod">
          <ac:chgData name="Tanbin Chy" userId="5cfb10c3666d8d61" providerId="LiveId" clId="{EBCD4659-F511-4018-A80F-97FFE43A4629}" dt="2026-02-06T21:15:45.344" v="7076" actId="20577"/>
          <ac:spMkLst>
            <pc:docMk/>
            <pc:sldMk cId="4176538849" sldId="293"/>
            <ac:spMk id="14" creationId="{F2B271E1-3313-0794-2E1B-F68E320E73F7}"/>
          </ac:spMkLst>
        </pc:spChg>
        <pc:spChg chg="add mod">
          <ac:chgData name="Tanbin Chy" userId="5cfb10c3666d8d61" providerId="LiveId" clId="{EBCD4659-F511-4018-A80F-97FFE43A4629}" dt="2026-02-06T21:16:06.047" v="7088" actId="20577"/>
          <ac:spMkLst>
            <pc:docMk/>
            <pc:sldMk cId="4176538849" sldId="293"/>
            <ac:spMk id="15" creationId="{AA2404EA-7F83-A2A9-A96D-0C0E215C1E16}"/>
          </ac:spMkLst>
        </pc:spChg>
        <pc:picChg chg="add del mod">
          <ac:chgData name="Tanbin Chy" userId="5cfb10c3666d8d61" providerId="LiveId" clId="{EBCD4659-F511-4018-A80F-97FFE43A4629}" dt="2026-02-06T21:12:45.189" v="6980" actId="478"/>
          <ac:picMkLst>
            <pc:docMk/>
            <pc:sldMk cId="4176538849" sldId="293"/>
            <ac:picMk id="4" creationId="{1CF48609-8E27-E758-68AC-9F79C4275C1C}"/>
          </ac:picMkLst>
        </pc:picChg>
        <pc:picChg chg="add mod">
          <ac:chgData name="Tanbin Chy" userId="5cfb10c3666d8d61" providerId="LiveId" clId="{EBCD4659-F511-4018-A80F-97FFE43A4629}" dt="2026-02-06T21:14:54.964" v="7028" actId="1076"/>
          <ac:picMkLst>
            <pc:docMk/>
            <pc:sldMk cId="4176538849" sldId="293"/>
            <ac:picMk id="6" creationId="{99BCB904-5129-111F-7708-9F9AEC0DA62C}"/>
          </ac:picMkLst>
        </pc:picChg>
        <pc:picChg chg="add del mod">
          <ac:chgData name="Tanbin Chy" userId="5cfb10c3666d8d61" providerId="LiveId" clId="{EBCD4659-F511-4018-A80F-97FFE43A4629}" dt="2026-02-06T21:13:15.794" v="6991" actId="22"/>
          <ac:picMkLst>
            <pc:docMk/>
            <pc:sldMk cId="4176538849" sldId="293"/>
            <ac:picMk id="8" creationId="{2EF3F825-7A97-F9CC-9AFE-62FD876F11E3}"/>
          </ac:picMkLst>
        </pc:picChg>
        <pc:picChg chg="add del mod">
          <ac:chgData name="Tanbin Chy" userId="5cfb10c3666d8d61" providerId="LiveId" clId="{EBCD4659-F511-4018-A80F-97FFE43A4629}" dt="2026-02-06T21:14:19.293" v="7000" actId="478"/>
          <ac:picMkLst>
            <pc:docMk/>
            <pc:sldMk cId="4176538849" sldId="293"/>
            <ac:picMk id="11" creationId="{CF3EEFB2-33A2-D65A-8A29-FD88C8DA2DB5}"/>
          </ac:picMkLst>
        </pc:picChg>
        <pc:picChg chg="add mod">
          <ac:chgData name="Tanbin Chy" userId="5cfb10c3666d8d61" providerId="LiveId" clId="{EBCD4659-F511-4018-A80F-97FFE43A4629}" dt="2026-02-06T21:16:11.839" v="7090" actId="14100"/>
          <ac:picMkLst>
            <pc:docMk/>
            <pc:sldMk cId="4176538849" sldId="293"/>
            <ac:picMk id="13" creationId="{4DC259F3-EAB2-A4C5-41AB-15D7FBF4094D}"/>
          </ac:picMkLst>
        </pc:picChg>
      </pc:sldChg>
      <pc:sldChg chg="addSp delSp modSp mod">
        <pc:chgData name="Tanbin Chy" userId="5cfb10c3666d8d61" providerId="LiveId" clId="{EBCD4659-F511-4018-A80F-97FFE43A4629}" dt="2026-01-28T20:57:17.591" v="5413" actId="20577"/>
        <pc:sldMkLst>
          <pc:docMk/>
          <pc:sldMk cId="181452486" sldId="296"/>
        </pc:sldMkLst>
        <pc:spChg chg="add mod">
          <ac:chgData name="Tanbin Chy" userId="5cfb10c3666d8d61" providerId="LiveId" clId="{EBCD4659-F511-4018-A80F-97FFE43A4629}" dt="2026-01-28T20:54:55.128" v="5364" actId="20577"/>
          <ac:spMkLst>
            <pc:docMk/>
            <pc:sldMk cId="181452486" sldId="296"/>
            <ac:spMk id="7" creationId="{F22E1C11-5B9C-9F49-DF9E-8D5C958E13E6}"/>
          </ac:spMkLst>
        </pc:spChg>
        <pc:spChg chg="mod">
          <ac:chgData name="Tanbin Chy" userId="5cfb10c3666d8d61" providerId="LiveId" clId="{EBCD4659-F511-4018-A80F-97FFE43A4629}" dt="2026-01-28T20:57:17.591" v="5413" actId="20577"/>
          <ac:spMkLst>
            <pc:docMk/>
            <pc:sldMk cId="181452486" sldId="296"/>
            <ac:spMk id="14" creationId="{1DF24DC2-142E-3B76-69FC-2D9944AE4405}"/>
          </ac:spMkLst>
        </pc:spChg>
      </pc:sldChg>
      <pc:sldChg chg="modSp mod">
        <pc:chgData name="Tanbin Chy" userId="5cfb10c3666d8d61" providerId="LiveId" clId="{EBCD4659-F511-4018-A80F-97FFE43A4629}" dt="2026-02-04T18:51:27.666" v="6955" actId="20577"/>
        <pc:sldMkLst>
          <pc:docMk/>
          <pc:sldMk cId="3404183133" sldId="304"/>
        </pc:sldMkLst>
        <pc:graphicFrameChg chg="mod modGraphic">
          <ac:chgData name="Tanbin Chy" userId="5cfb10c3666d8d61" providerId="LiveId" clId="{EBCD4659-F511-4018-A80F-97FFE43A4629}" dt="2026-02-04T18:51:27.666" v="6955" actId="20577"/>
          <ac:graphicFrameMkLst>
            <pc:docMk/>
            <pc:sldMk cId="3404183133" sldId="304"/>
            <ac:graphicFrameMk id="5" creationId="{DA3862E1-5A85-F6CB-0393-7E57904D8B21}"/>
          </ac:graphicFrameMkLst>
        </pc:graphicFrameChg>
      </pc:sldChg>
      <pc:sldChg chg="modSp mod">
        <pc:chgData name="Tanbin Chy" userId="5cfb10c3666d8d61" providerId="LiveId" clId="{EBCD4659-F511-4018-A80F-97FFE43A4629}" dt="2026-02-04T18:55:38.086" v="6960" actId="207"/>
        <pc:sldMkLst>
          <pc:docMk/>
          <pc:sldMk cId="3928381242" sldId="306"/>
        </pc:sldMkLst>
        <pc:spChg chg="mod">
          <ac:chgData name="Tanbin Chy" userId="5cfb10c3666d8d61" providerId="LiveId" clId="{EBCD4659-F511-4018-A80F-97FFE43A4629}" dt="2026-02-04T18:55:38.086" v="6960" actId="207"/>
          <ac:spMkLst>
            <pc:docMk/>
            <pc:sldMk cId="3928381242" sldId="306"/>
            <ac:spMk id="14" creationId="{B46DA99B-0D9C-7E3F-0BA2-59015B8E3681}"/>
          </ac:spMkLst>
        </pc:spChg>
      </pc:sldChg>
      <pc:sldChg chg="addSp delSp modSp add mod ord">
        <pc:chgData name="Tanbin Chy" userId="5cfb10c3666d8d61" providerId="LiveId" clId="{EBCD4659-F511-4018-A80F-97FFE43A4629}" dt="2026-02-07T18:30:41.369" v="7592" actId="113"/>
        <pc:sldMkLst>
          <pc:docMk/>
          <pc:sldMk cId="2954200506" sldId="307"/>
        </pc:sldMkLst>
        <pc:spChg chg="mod">
          <ac:chgData name="Tanbin Chy" userId="5cfb10c3666d8d61" providerId="LiveId" clId="{EBCD4659-F511-4018-A80F-97FFE43A4629}" dt="2026-01-28T20:57:08.896" v="5411" actId="20577"/>
          <ac:spMkLst>
            <pc:docMk/>
            <pc:sldMk cId="2954200506" sldId="307"/>
            <ac:spMk id="2" creationId="{65E120F2-7148-2F31-9810-9E3C753444F5}"/>
          </ac:spMkLst>
        </pc:spChg>
        <pc:spChg chg="mod">
          <ac:chgData name="Tanbin Chy" userId="5cfb10c3666d8d61" providerId="LiveId" clId="{EBCD4659-F511-4018-A80F-97FFE43A4629}" dt="2026-02-07T18:30:41.369" v="7592" actId="113"/>
          <ac:spMkLst>
            <pc:docMk/>
            <pc:sldMk cId="2954200506" sldId="307"/>
            <ac:spMk id="3" creationId="{00000000-0000-0000-0000-000000000000}"/>
          </ac:spMkLst>
        </pc:spChg>
        <pc:graphicFrameChg chg="add mod modGraphic">
          <ac:chgData name="Tanbin Chy" userId="5cfb10c3666d8d61" providerId="LiveId" clId="{EBCD4659-F511-4018-A80F-97FFE43A4629}" dt="2026-02-04T18:15:55.901" v="6794" actId="113"/>
          <ac:graphicFrameMkLst>
            <pc:docMk/>
            <pc:sldMk cId="2954200506" sldId="307"/>
            <ac:graphicFrameMk id="9" creationId="{9F0017B0-FAAE-4B49-C104-D958992A6112}"/>
          </ac:graphicFrameMkLst>
        </pc:graphicFrameChg>
      </pc:sldChg>
      <pc:sldChg chg="addSp delSp modSp add mod ord">
        <pc:chgData name="Tanbin Chy" userId="5cfb10c3666d8d61" providerId="LiveId" clId="{EBCD4659-F511-4018-A80F-97FFE43A4629}" dt="2026-02-07T18:30:44.489" v="7593" actId="113"/>
        <pc:sldMkLst>
          <pc:docMk/>
          <pc:sldMk cId="471701732" sldId="308"/>
        </pc:sldMkLst>
        <pc:spChg chg="mod">
          <ac:chgData name="Tanbin Chy" userId="5cfb10c3666d8d61" providerId="LiveId" clId="{EBCD4659-F511-4018-A80F-97FFE43A4629}" dt="2026-01-28T20:57:48.584" v="5418" actId="20577"/>
          <ac:spMkLst>
            <pc:docMk/>
            <pc:sldMk cId="471701732" sldId="308"/>
            <ac:spMk id="2" creationId="{C50FF790-295D-4C8D-6042-B0BB5261AF3A}"/>
          </ac:spMkLst>
        </pc:spChg>
        <pc:spChg chg="mod">
          <ac:chgData name="Tanbin Chy" userId="5cfb10c3666d8d61" providerId="LiveId" clId="{EBCD4659-F511-4018-A80F-97FFE43A4629}" dt="2026-02-07T18:30:44.489" v="7593" actId="113"/>
          <ac:spMkLst>
            <pc:docMk/>
            <pc:sldMk cId="471701732" sldId="308"/>
            <ac:spMk id="5" creationId="{00000000-0000-0000-0000-000000000000}"/>
          </ac:spMkLst>
        </pc:spChg>
        <pc:picChg chg="add mod ord">
          <ac:chgData name="Tanbin Chy" userId="5cfb10c3666d8d61" providerId="LiveId" clId="{EBCD4659-F511-4018-A80F-97FFE43A4629}" dt="2026-01-28T21:43:19.403" v="6040" actId="1440"/>
          <ac:picMkLst>
            <pc:docMk/>
            <pc:sldMk cId="471701732" sldId="308"/>
            <ac:picMk id="7" creationId="{D707002B-4BA3-9C27-AEB0-33F9CF447F2F}"/>
          </ac:picMkLst>
        </pc:picChg>
      </pc:sldChg>
      <pc:sldChg chg="addSp delSp modSp add mod ord modClrScheme chgLayout">
        <pc:chgData name="Tanbin Chy" userId="5cfb10c3666d8d61" providerId="LiveId" clId="{EBCD4659-F511-4018-A80F-97FFE43A4629}" dt="2026-02-07T18:30:49.513" v="7594" actId="113"/>
        <pc:sldMkLst>
          <pc:docMk/>
          <pc:sldMk cId="227230964" sldId="309"/>
        </pc:sldMkLst>
        <pc:spChg chg="mod ord">
          <ac:chgData name="Tanbin Chy" userId="5cfb10c3666d8d61" providerId="LiveId" clId="{EBCD4659-F511-4018-A80F-97FFE43A4629}" dt="2026-01-28T21:01:17.750" v="5483" actId="700"/>
          <ac:spMkLst>
            <pc:docMk/>
            <pc:sldMk cId="227230964" sldId="309"/>
            <ac:spMk id="2" creationId="{AF4B29CB-C12B-4BC8-6EB7-0FE4ACAE5D4D}"/>
          </ac:spMkLst>
        </pc:spChg>
        <pc:spChg chg="add mod">
          <ac:chgData name="Tanbin Chy" userId="5cfb10c3666d8d61" providerId="LiveId" clId="{EBCD4659-F511-4018-A80F-97FFE43A4629}" dt="2026-02-07T18:30:49.513" v="7594" actId="113"/>
          <ac:spMkLst>
            <pc:docMk/>
            <pc:sldMk cId="227230964" sldId="309"/>
            <ac:spMk id="4" creationId="{340A524C-A73C-3B72-6AE7-3A9C0CD1ABC4}"/>
          </ac:spMkLst>
        </pc:spChg>
        <pc:spChg chg="add del mod ord">
          <ac:chgData name="Tanbin Chy" userId="5cfb10c3666d8d61" providerId="LiveId" clId="{EBCD4659-F511-4018-A80F-97FFE43A4629}" dt="2026-01-28T21:06:52.261" v="5568" actId="404"/>
          <ac:spMkLst>
            <pc:docMk/>
            <pc:sldMk cId="227230964" sldId="309"/>
            <ac:spMk id="6" creationId="{F32CD836-BBF1-73BE-C819-EB16C3619BB0}"/>
          </ac:spMkLst>
        </pc:spChg>
        <pc:picChg chg="add mod">
          <ac:chgData name="Tanbin Chy" userId="5cfb10c3666d8d61" providerId="LiveId" clId="{EBCD4659-F511-4018-A80F-97FFE43A4629}" dt="2026-01-28T21:02:02.753" v="5505" actId="1440"/>
          <ac:picMkLst>
            <pc:docMk/>
            <pc:sldMk cId="227230964" sldId="309"/>
            <ac:picMk id="8" creationId="{58F73340-5604-4F7F-CA66-D8A12E383C0F}"/>
          </ac:picMkLst>
        </pc:picChg>
      </pc:sldChg>
      <pc:sldChg chg="addSp delSp modSp add mod modClrScheme chgLayout">
        <pc:chgData name="Tanbin Chy" userId="5cfb10c3666d8d61" providerId="LiveId" clId="{EBCD4659-F511-4018-A80F-97FFE43A4629}" dt="2026-02-07T18:30:52.032" v="7595" actId="113"/>
        <pc:sldMkLst>
          <pc:docMk/>
          <pc:sldMk cId="3816175057" sldId="310"/>
        </pc:sldMkLst>
        <pc:spChg chg="mod ord">
          <ac:chgData name="Tanbin Chy" userId="5cfb10c3666d8d61" providerId="LiveId" clId="{EBCD4659-F511-4018-A80F-97FFE43A4629}" dt="2026-01-28T21:06:05.074" v="5554" actId="700"/>
          <ac:spMkLst>
            <pc:docMk/>
            <pc:sldMk cId="3816175057" sldId="310"/>
            <ac:spMk id="2" creationId="{574DF1A4-FC68-F5AE-A317-484B4FB40888}"/>
          </ac:spMkLst>
        </pc:spChg>
        <pc:spChg chg="add mod">
          <ac:chgData name="Tanbin Chy" userId="5cfb10c3666d8d61" providerId="LiveId" clId="{EBCD4659-F511-4018-A80F-97FFE43A4629}" dt="2026-02-07T18:30:52.032" v="7595" actId="113"/>
          <ac:spMkLst>
            <pc:docMk/>
            <pc:sldMk cId="3816175057" sldId="310"/>
            <ac:spMk id="4" creationId="{F528ACE0-669C-9D1E-FD97-C493594484C3}"/>
          </ac:spMkLst>
        </pc:spChg>
        <pc:spChg chg="add mod ord">
          <ac:chgData name="Tanbin Chy" userId="5cfb10c3666d8d61" providerId="LiveId" clId="{EBCD4659-F511-4018-A80F-97FFE43A4629}" dt="2026-02-04T18:25:57.482" v="6797" actId="20577"/>
          <ac:spMkLst>
            <pc:docMk/>
            <pc:sldMk cId="3816175057" sldId="310"/>
            <ac:spMk id="6" creationId="{088FA379-F29B-F724-8FF4-8B9F6BE06C81}"/>
          </ac:spMkLst>
        </pc:spChg>
        <pc:picChg chg="add mod">
          <ac:chgData name="Tanbin Chy" userId="5cfb10c3666d8d61" providerId="LiveId" clId="{EBCD4659-F511-4018-A80F-97FFE43A4629}" dt="2026-01-28T21:08:21.192" v="5583" actId="14100"/>
          <ac:picMkLst>
            <pc:docMk/>
            <pc:sldMk cId="3816175057" sldId="310"/>
            <ac:picMk id="13" creationId="{3388AA36-5937-F685-A3CD-6F96AB638F9E}"/>
          </ac:picMkLst>
        </pc:picChg>
      </pc:sldChg>
      <pc:sldChg chg="addSp delSp modSp add mod">
        <pc:chgData name="Tanbin Chy" userId="5cfb10c3666d8d61" providerId="LiveId" clId="{EBCD4659-F511-4018-A80F-97FFE43A4629}" dt="2026-02-07T18:31:29.249" v="7610" actId="113"/>
        <pc:sldMkLst>
          <pc:docMk/>
          <pc:sldMk cId="4237971011" sldId="313"/>
        </pc:sldMkLst>
        <pc:spChg chg="mod">
          <ac:chgData name="Tanbin Chy" userId="5cfb10c3666d8d61" providerId="LiveId" clId="{EBCD4659-F511-4018-A80F-97FFE43A4629}" dt="2026-01-27T18:28:23.041" v="4758" actId="20577"/>
          <ac:spMkLst>
            <pc:docMk/>
            <pc:sldMk cId="4237971011" sldId="313"/>
            <ac:spMk id="2" creationId="{2B9B19EB-A374-BA3E-77C9-ED52C108F313}"/>
          </ac:spMkLst>
        </pc:spChg>
        <pc:spChg chg="mod">
          <ac:chgData name="Tanbin Chy" userId="5cfb10c3666d8d61" providerId="LiveId" clId="{EBCD4659-F511-4018-A80F-97FFE43A4629}" dt="2026-02-07T18:31:29.249" v="7610" actId="113"/>
          <ac:spMkLst>
            <pc:docMk/>
            <pc:sldMk cId="4237971011" sldId="313"/>
            <ac:spMk id="4" creationId="{00000000-0000-0000-0000-000000000000}"/>
          </ac:spMkLst>
        </pc:spChg>
        <pc:graphicFrameChg chg="add mod modGraphic">
          <ac:chgData name="Tanbin Chy" userId="5cfb10c3666d8d61" providerId="LiveId" clId="{EBCD4659-F511-4018-A80F-97FFE43A4629}" dt="2026-02-06T21:18:43.765" v="7123" actId="1076"/>
          <ac:graphicFrameMkLst>
            <pc:docMk/>
            <pc:sldMk cId="4237971011" sldId="313"/>
            <ac:graphicFrameMk id="6" creationId="{99E97ADD-E11D-5F8E-2E6C-94A9E4D37859}"/>
          </ac:graphicFrameMkLst>
        </pc:graphicFrameChg>
        <pc:graphicFrameChg chg="add del mod modGraphic">
          <ac:chgData name="Tanbin Chy" userId="5cfb10c3666d8d61" providerId="LiveId" clId="{EBCD4659-F511-4018-A80F-97FFE43A4629}" dt="2026-02-06T21:17:42.636" v="7106" actId="478"/>
          <ac:graphicFrameMkLst>
            <pc:docMk/>
            <pc:sldMk cId="4237971011" sldId="313"/>
            <ac:graphicFrameMk id="36" creationId="{2822E4D9-03C0-B1ED-4DA2-C390C44EE4EC}"/>
          </ac:graphicFrameMkLst>
        </pc:graphicFrameChg>
      </pc:sldChg>
      <pc:sldChg chg="addSp delSp modSp add mod ord">
        <pc:chgData name="Tanbin Chy" userId="5cfb10c3666d8d61" providerId="LiveId" clId="{EBCD4659-F511-4018-A80F-97FFE43A4629}" dt="2026-02-07T18:31:21.177" v="7607" actId="113"/>
        <pc:sldMkLst>
          <pc:docMk/>
          <pc:sldMk cId="72225963" sldId="314"/>
        </pc:sldMkLst>
        <pc:spChg chg="mod">
          <ac:chgData name="Tanbin Chy" userId="5cfb10c3666d8d61" providerId="LiveId" clId="{EBCD4659-F511-4018-A80F-97FFE43A4629}" dt="2026-01-28T21:11:30.796" v="5634" actId="1076"/>
          <ac:spMkLst>
            <pc:docMk/>
            <pc:sldMk cId="72225963" sldId="314"/>
            <ac:spMk id="2" creationId="{6B14CD36-AE6E-384C-7D94-399B7530CD9E}"/>
          </ac:spMkLst>
        </pc:spChg>
        <pc:spChg chg="add mod">
          <ac:chgData name="Tanbin Chy" userId="5cfb10c3666d8d61" providerId="LiveId" clId="{EBCD4659-F511-4018-A80F-97FFE43A4629}" dt="2026-01-28T21:26:27.432" v="5881" actId="11"/>
          <ac:spMkLst>
            <pc:docMk/>
            <pc:sldMk cId="72225963" sldId="314"/>
            <ac:spMk id="5" creationId="{4C71BDA6-9A7E-C24A-B8DE-0D78419A057E}"/>
          </ac:spMkLst>
        </pc:spChg>
        <pc:spChg chg="add mod">
          <ac:chgData name="Tanbin Chy" userId="5cfb10c3666d8d61" providerId="LiveId" clId="{EBCD4659-F511-4018-A80F-97FFE43A4629}" dt="2026-01-28T21:26:35.634" v="5882" actId="11"/>
          <ac:spMkLst>
            <pc:docMk/>
            <pc:sldMk cId="72225963" sldId="314"/>
            <ac:spMk id="7" creationId="{BE48F0A3-22D4-8AB4-1F63-5387070212D9}"/>
          </ac:spMkLst>
        </pc:spChg>
        <pc:spChg chg="mod">
          <ac:chgData name="Tanbin Chy" userId="5cfb10c3666d8d61" providerId="LiveId" clId="{EBCD4659-F511-4018-A80F-97FFE43A4629}" dt="2026-02-07T18:31:19.369" v="7606" actId="113"/>
          <ac:spMkLst>
            <pc:docMk/>
            <pc:sldMk cId="72225963" sldId="314"/>
            <ac:spMk id="11" creationId="{00000000-0000-0000-0000-000000000000}"/>
          </ac:spMkLst>
        </pc:spChg>
        <pc:spChg chg="mod">
          <ac:chgData name="Tanbin Chy" userId="5cfb10c3666d8d61" providerId="LiveId" clId="{EBCD4659-F511-4018-A80F-97FFE43A4629}" dt="2026-02-07T18:31:21.177" v="7607" actId="113"/>
          <ac:spMkLst>
            <pc:docMk/>
            <pc:sldMk cId="72225963" sldId="314"/>
            <ac:spMk id="12" creationId="{00000000-0000-0000-0000-000000000000}"/>
          </ac:spMkLst>
        </pc:spChg>
        <pc:picChg chg="add del mod">
          <ac:chgData name="Tanbin Chy" userId="5cfb10c3666d8d61" providerId="LiveId" clId="{EBCD4659-F511-4018-A80F-97FFE43A4629}" dt="2026-02-06T21:59:25.389" v="7570" actId="478"/>
          <ac:picMkLst>
            <pc:docMk/>
            <pc:sldMk cId="72225963" sldId="314"/>
            <ac:picMk id="3" creationId="{D3B206DA-331E-D0CB-DFCD-2F2863FAF4D1}"/>
          </ac:picMkLst>
        </pc:picChg>
        <pc:picChg chg="add del mod">
          <ac:chgData name="Tanbin Chy" userId="5cfb10c3666d8d61" providerId="LiveId" clId="{EBCD4659-F511-4018-A80F-97FFE43A4629}" dt="2026-02-06T21:59:26.062" v="7571" actId="478"/>
          <ac:picMkLst>
            <pc:docMk/>
            <pc:sldMk cId="72225963" sldId="314"/>
            <ac:picMk id="4" creationId="{D01AED6F-BC3F-CC31-9723-230E98134A27}"/>
          </ac:picMkLst>
        </pc:picChg>
        <pc:picChg chg="add mod">
          <ac:chgData name="Tanbin Chy" userId="5cfb10c3666d8d61" providerId="LiveId" clId="{EBCD4659-F511-4018-A80F-97FFE43A4629}" dt="2026-02-06T22:00:28.253" v="7588" actId="14100"/>
          <ac:picMkLst>
            <pc:docMk/>
            <pc:sldMk cId="72225963" sldId="314"/>
            <ac:picMk id="8" creationId="{8A41DAB0-B761-59B9-38BC-850845567831}"/>
          </ac:picMkLst>
        </pc:picChg>
        <pc:picChg chg="add mod">
          <ac:chgData name="Tanbin Chy" userId="5cfb10c3666d8d61" providerId="LiveId" clId="{EBCD4659-F511-4018-A80F-97FFE43A4629}" dt="2026-02-06T22:00:28.253" v="7588" actId="14100"/>
          <ac:picMkLst>
            <pc:docMk/>
            <pc:sldMk cId="72225963" sldId="314"/>
            <ac:picMk id="9" creationId="{E87F8B02-B352-8742-9631-2D9E70DAB11C}"/>
          </ac:picMkLst>
        </pc:picChg>
      </pc:sldChg>
      <pc:sldChg chg="modSp add mod">
        <pc:chgData name="Tanbin Chy" userId="5cfb10c3666d8d61" providerId="LiveId" clId="{EBCD4659-F511-4018-A80F-97FFE43A4629}" dt="2026-02-06T22:01:24.580" v="7590" actId="20577"/>
        <pc:sldMkLst>
          <pc:docMk/>
          <pc:sldMk cId="3120921809" sldId="316"/>
        </pc:sldMkLst>
        <pc:spChg chg="mod">
          <ac:chgData name="Tanbin Chy" userId="5cfb10c3666d8d61" providerId="LiveId" clId="{EBCD4659-F511-4018-A80F-97FFE43A4629}" dt="2026-02-06T22:01:24.580" v="7590" actId="20577"/>
          <ac:spMkLst>
            <pc:docMk/>
            <pc:sldMk cId="3120921809" sldId="316"/>
            <ac:spMk id="14" creationId="{844F5BD8-2A5A-049C-1054-72E08ED82D67}"/>
          </ac:spMkLst>
        </pc:spChg>
      </pc:sldChg>
      <pc:sldChg chg="modSp add mod">
        <pc:chgData name="Tanbin Chy" userId="5cfb10c3666d8d61" providerId="LiveId" clId="{EBCD4659-F511-4018-A80F-97FFE43A4629}" dt="2026-02-04T18:39:55.923" v="6872" actId="20577"/>
        <pc:sldMkLst>
          <pc:docMk/>
          <pc:sldMk cId="763445894" sldId="317"/>
        </pc:sldMkLst>
        <pc:spChg chg="mod">
          <ac:chgData name="Tanbin Chy" userId="5cfb10c3666d8d61" providerId="LiveId" clId="{EBCD4659-F511-4018-A80F-97FFE43A4629}" dt="2026-01-27T19:00:56.342" v="5091" actId="20577"/>
          <ac:spMkLst>
            <pc:docMk/>
            <pc:sldMk cId="763445894" sldId="317"/>
            <ac:spMk id="2" creationId="{3EE7A914-933B-05C8-B35C-7497FD339140}"/>
          </ac:spMkLst>
        </pc:spChg>
        <pc:spChg chg="mod">
          <ac:chgData name="Tanbin Chy" userId="5cfb10c3666d8d61" providerId="LiveId" clId="{EBCD4659-F511-4018-A80F-97FFE43A4629}" dt="2026-02-04T18:39:55.923" v="6872" actId="20577"/>
          <ac:spMkLst>
            <pc:docMk/>
            <pc:sldMk cId="763445894" sldId="317"/>
            <ac:spMk id="14" creationId="{6B894683-EEDF-98B4-600F-6B1A92E02566}"/>
          </ac:spMkLst>
        </pc:spChg>
      </pc:sldChg>
      <pc:sldChg chg="addSp delSp modSp add mod ord">
        <pc:chgData name="Tanbin Chy" userId="5cfb10c3666d8d61" providerId="LiveId" clId="{EBCD4659-F511-4018-A80F-97FFE43A4629}" dt="2026-02-04T18:40:49.420" v="6888" actId="404"/>
        <pc:sldMkLst>
          <pc:docMk/>
          <pc:sldMk cId="3425134447" sldId="318"/>
        </pc:sldMkLst>
        <pc:spChg chg="mod">
          <ac:chgData name="Tanbin Chy" userId="5cfb10c3666d8d61" providerId="LiveId" clId="{EBCD4659-F511-4018-A80F-97FFE43A4629}" dt="2026-01-27T19:06:14.314" v="5111"/>
          <ac:spMkLst>
            <pc:docMk/>
            <pc:sldMk cId="3425134447" sldId="318"/>
            <ac:spMk id="2" creationId="{3F0CF0AD-4098-1A92-745B-F4223E7EF104}"/>
          </ac:spMkLst>
        </pc:spChg>
        <pc:spChg chg="mod">
          <ac:chgData name="Tanbin Chy" userId="5cfb10c3666d8d61" providerId="LiveId" clId="{EBCD4659-F511-4018-A80F-97FFE43A4629}" dt="2026-02-04T18:40:49.420" v="6888" actId="404"/>
          <ac:spMkLst>
            <pc:docMk/>
            <pc:sldMk cId="3425134447" sldId="318"/>
            <ac:spMk id="14" creationId="{338CA54E-ED31-CEBD-8204-85EF50AB3C8F}"/>
          </ac:spMkLst>
        </pc:spChg>
      </pc:sldChg>
      <pc:sldChg chg="addSp delSp modSp new mod">
        <pc:chgData name="Tanbin Chy" userId="5cfb10c3666d8d61" providerId="LiveId" clId="{EBCD4659-F511-4018-A80F-97FFE43A4629}" dt="2026-01-28T20:57:06.408" v="5408" actId="20577"/>
        <pc:sldMkLst>
          <pc:docMk/>
          <pc:sldMk cId="618205550" sldId="319"/>
        </pc:sldMkLst>
        <pc:spChg chg="add mod">
          <ac:chgData name="Tanbin Chy" userId="5cfb10c3666d8d61" providerId="LiveId" clId="{EBCD4659-F511-4018-A80F-97FFE43A4629}" dt="2026-01-28T20:57:06.408" v="5408" actId="20577"/>
          <ac:spMkLst>
            <pc:docMk/>
            <pc:sldMk cId="618205550" sldId="319"/>
            <ac:spMk id="6" creationId="{C1A5E0CB-CE7F-E70F-D569-421B9E6EA804}"/>
          </ac:spMkLst>
        </pc:spChg>
        <pc:spChg chg="add mod">
          <ac:chgData name="Tanbin Chy" userId="5cfb10c3666d8d61" providerId="LiveId" clId="{EBCD4659-F511-4018-A80F-97FFE43A4629}" dt="2026-01-28T20:52:33.288" v="5304" actId="20577"/>
          <ac:spMkLst>
            <pc:docMk/>
            <pc:sldMk cId="618205550" sldId="319"/>
            <ac:spMk id="7" creationId="{A27E9F25-F69C-8506-6886-A1485012B189}"/>
          </ac:spMkLst>
        </pc:spChg>
      </pc:sldChg>
      <pc:sldChg chg="addSp delSp modSp add mod ord">
        <pc:chgData name="Tanbin Chy" userId="5cfb10c3666d8d61" providerId="LiveId" clId="{EBCD4659-F511-4018-A80F-97FFE43A4629}" dt="2026-02-07T18:30:56.705" v="7597" actId="113"/>
        <pc:sldMkLst>
          <pc:docMk/>
          <pc:sldMk cId="4231164798" sldId="320"/>
        </pc:sldMkLst>
        <pc:spChg chg="mod">
          <ac:chgData name="Tanbin Chy" userId="5cfb10c3666d8d61" providerId="LiveId" clId="{EBCD4659-F511-4018-A80F-97FFE43A4629}" dt="2026-01-28T21:20:17.867" v="5784" actId="12"/>
          <ac:spMkLst>
            <pc:docMk/>
            <pc:sldMk cId="4231164798" sldId="320"/>
            <ac:spMk id="3" creationId="{309E31E7-3F98-B7B4-FBA8-9B2B8D2CA6A1}"/>
          </ac:spMkLst>
        </pc:spChg>
        <pc:spChg chg="mod">
          <ac:chgData name="Tanbin Chy" userId="5cfb10c3666d8d61" providerId="LiveId" clId="{EBCD4659-F511-4018-A80F-97FFE43A4629}" dt="2026-02-07T18:30:56.705" v="7597" actId="113"/>
          <ac:spMkLst>
            <pc:docMk/>
            <pc:sldMk cId="4231164798" sldId="320"/>
            <ac:spMk id="9" creationId="{00000000-0000-0000-0000-000000000000}"/>
          </ac:spMkLst>
        </pc:spChg>
        <pc:spChg chg="add mod">
          <ac:chgData name="Tanbin Chy" userId="5cfb10c3666d8d61" providerId="LiveId" clId="{EBCD4659-F511-4018-A80F-97FFE43A4629}" dt="2026-01-28T21:20:31.298" v="5787" actId="11"/>
          <ac:spMkLst>
            <pc:docMk/>
            <pc:sldMk cId="4231164798" sldId="320"/>
            <ac:spMk id="10" creationId="{8736CA43-4DF6-C1A0-7E98-8EA6AA8687CA}"/>
          </ac:spMkLst>
        </pc:spChg>
        <pc:spChg chg="mod">
          <ac:chgData name="Tanbin Chy" userId="5cfb10c3666d8d61" providerId="LiveId" clId="{EBCD4659-F511-4018-A80F-97FFE43A4629}" dt="2026-02-07T18:30:54.953" v="7596" actId="113"/>
          <ac:spMkLst>
            <pc:docMk/>
            <pc:sldMk cId="4231164798" sldId="320"/>
            <ac:spMk id="15" creationId="{00000000-0000-0000-0000-000000000000}"/>
          </ac:spMkLst>
        </pc:spChg>
        <pc:picChg chg="add mod">
          <ac:chgData name="Tanbin Chy" userId="5cfb10c3666d8d61" providerId="LiveId" clId="{EBCD4659-F511-4018-A80F-97FFE43A4629}" dt="2026-02-06T21:55:56.752" v="7518" actId="12789"/>
          <ac:picMkLst>
            <pc:docMk/>
            <pc:sldMk cId="4231164798" sldId="320"/>
            <ac:picMk id="5" creationId="{6D23599F-B8D3-2545-5684-9B816A0CFB7F}"/>
          </ac:picMkLst>
        </pc:picChg>
        <pc:picChg chg="add mod">
          <ac:chgData name="Tanbin Chy" userId="5cfb10c3666d8d61" providerId="LiveId" clId="{EBCD4659-F511-4018-A80F-97FFE43A4629}" dt="2026-02-06T21:53:42.688" v="7486" actId="1076"/>
          <ac:picMkLst>
            <pc:docMk/>
            <pc:sldMk cId="4231164798" sldId="320"/>
            <ac:picMk id="6" creationId="{BBFC6280-6305-B43F-B7F0-526EAFDFB971}"/>
          </ac:picMkLst>
        </pc:picChg>
        <pc:picChg chg="add mod">
          <ac:chgData name="Tanbin Chy" userId="5cfb10c3666d8d61" providerId="LiveId" clId="{EBCD4659-F511-4018-A80F-97FFE43A4629}" dt="2026-02-06T21:55:56.752" v="7518" actId="12789"/>
          <ac:picMkLst>
            <pc:docMk/>
            <pc:sldMk cId="4231164798" sldId="320"/>
            <ac:picMk id="7" creationId="{6200EF8E-CB59-B76F-F844-2FBA69EA7052}"/>
          </ac:picMkLst>
        </pc:picChg>
        <pc:picChg chg="add del mod">
          <ac:chgData name="Tanbin Chy" userId="5cfb10c3666d8d61" providerId="LiveId" clId="{EBCD4659-F511-4018-A80F-97FFE43A4629}" dt="2026-02-06T21:53:11.839" v="7480" actId="478"/>
          <ac:picMkLst>
            <pc:docMk/>
            <pc:sldMk cId="4231164798" sldId="320"/>
            <ac:picMk id="12" creationId="{78B116AC-3BE9-7110-A67B-23D76A3C4787}"/>
          </ac:picMkLst>
        </pc:picChg>
        <pc:picChg chg="add del mod">
          <ac:chgData name="Tanbin Chy" userId="5cfb10c3666d8d61" providerId="LiveId" clId="{EBCD4659-F511-4018-A80F-97FFE43A4629}" dt="2026-02-06T21:53:46.254" v="7489" actId="478"/>
          <ac:picMkLst>
            <pc:docMk/>
            <pc:sldMk cId="4231164798" sldId="320"/>
            <ac:picMk id="13" creationId="{BE30EB83-7CEC-F1AC-1DBC-287C32A3E2FA}"/>
          </ac:picMkLst>
        </pc:picChg>
      </pc:sldChg>
      <pc:sldChg chg="addSp delSp modSp add mod ord">
        <pc:chgData name="Tanbin Chy" userId="5cfb10c3666d8d61" providerId="LiveId" clId="{EBCD4659-F511-4018-A80F-97FFE43A4629}" dt="2026-02-07T18:31:01.833" v="7599" actId="113"/>
        <pc:sldMkLst>
          <pc:docMk/>
          <pc:sldMk cId="748491975" sldId="321"/>
        </pc:sldMkLst>
        <pc:spChg chg="mod">
          <ac:chgData name="Tanbin Chy" userId="5cfb10c3666d8d61" providerId="LiveId" clId="{EBCD4659-F511-4018-A80F-97FFE43A4629}" dt="2026-01-28T21:27:05.421" v="5884" actId="2711"/>
          <ac:spMkLst>
            <pc:docMk/>
            <pc:sldMk cId="748491975" sldId="321"/>
            <ac:spMk id="3" creationId="{67248DB6-5515-F138-7E11-84D52A429F05}"/>
          </ac:spMkLst>
        </pc:spChg>
        <pc:spChg chg="mod">
          <ac:chgData name="Tanbin Chy" userId="5cfb10c3666d8d61" providerId="LiveId" clId="{EBCD4659-F511-4018-A80F-97FFE43A4629}" dt="2026-01-28T21:19:10.008" v="5778" actId="20577"/>
          <ac:spMkLst>
            <pc:docMk/>
            <pc:sldMk cId="748491975" sldId="321"/>
            <ac:spMk id="4" creationId="{D6493137-CB26-CB21-856A-76E044A5E9A0}"/>
          </ac:spMkLst>
        </pc:spChg>
        <pc:spChg chg="mod">
          <ac:chgData name="Tanbin Chy" userId="5cfb10c3666d8d61" providerId="LiveId" clId="{EBCD4659-F511-4018-A80F-97FFE43A4629}" dt="2026-02-07T18:30:59.720" v="7598" actId="113"/>
          <ac:spMkLst>
            <pc:docMk/>
            <pc:sldMk cId="748491975" sldId="321"/>
            <ac:spMk id="10" creationId="{00000000-0000-0000-0000-000000000000}"/>
          </ac:spMkLst>
        </pc:spChg>
        <pc:spChg chg="mod">
          <ac:chgData name="Tanbin Chy" userId="5cfb10c3666d8d61" providerId="LiveId" clId="{EBCD4659-F511-4018-A80F-97FFE43A4629}" dt="2026-02-07T18:31:01.833" v="7599" actId="113"/>
          <ac:spMkLst>
            <pc:docMk/>
            <pc:sldMk cId="748491975" sldId="321"/>
            <ac:spMk id="12" creationId="{00000000-0000-0000-0000-000000000000}"/>
          </ac:spMkLst>
        </pc:spChg>
        <pc:picChg chg="add mod">
          <ac:chgData name="Tanbin Chy" userId="5cfb10c3666d8d61" providerId="LiveId" clId="{EBCD4659-F511-4018-A80F-97FFE43A4629}" dt="2026-02-06T21:55:34.388" v="7513" actId="14100"/>
          <ac:picMkLst>
            <pc:docMk/>
            <pc:sldMk cId="748491975" sldId="321"/>
            <ac:picMk id="6" creationId="{14605C97-6E73-D9D9-06B7-F9C7C67F24BA}"/>
          </ac:picMkLst>
        </pc:picChg>
        <pc:picChg chg="add del mod">
          <ac:chgData name="Tanbin Chy" userId="5cfb10c3666d8d61" providerId="LiveId" clId="{EBCD4659-F511-4018-A80F-97FFE43A4629}" dt="2026-02-06T21:54:49.460" v="7503" actId="478"/>
          <ac:picMkLst>
            <pc:docMk/>
            <pc:sldMk cId="748491975" sldId="321"/>
            <ac:picMk id="7" creationId="{78C5C005-86E3-E481-3B18-68250FE9AD43}"/>
          </ac:picMkLst>
        </pc:picChg>
        <pc:picChg chg="add del mod">
          <ac:chgData name="Tanbin Chy" userId="5cfb10c3666d8d61" providerId="LiveId" clId="{EBCD4659-F511-4018-A80F-97FFE43A4629}" dt="2026-02-06T21:54:50.260" v="7504" actId="478"/>
          <ac:picMkLst>
            <pc:docMk/>
            <pc:sldMk cId="748491975" sldId="321"/>
            <ac:picMk id="8" creationId="{1AC641D8-95FE-D2EC-0770-18D49E8D79B2}"/>
          </ac:picMkLst>
        </pc:picChg>
        <pc:picChg chg="add mod">
          <ac:chgData name="Tanbin Chy" userId="5cfb10c3666d8d61" providerId="LiveId" clId="{EBCD4659-F511-4018-A80F-97FFE43A4629}" dt="2026-02-06T21:58:42.104" v="7559" actId="14100"/>
          <ac:picMkLst>
            <pc:docMk/>
            <pc:sldMk cId="748491975" sldId="321"/>
            <ac:picMk id="9" creationId="{53687982-D0E3-92D9-DC03-05391AF6F26C}"/>
          </ac:picMkLst>
        </pc:picChg>
      </pc:sldChg>
      <pc:sldChg chg="addSp delSp modSp add mod">
        <pc:chgData name="Tanbin Chy" userId="5cfb10c3666d8d61" providerId="LiveId" clId="{EBCD4659-F511-4018-A80F-97FFE43A4629}" dt="2026-02-07T18:31:07.273" v="7601" actId="113"/>
        <pc:sldMkLst>
          <pc:docMk/>
          <pc:sldMk cId="1681645259" sldId="324"/>
        </pc:sldMkLst>
        <pc:spChg chg="mod">
          <ac:chgData name="Tanbin Chy" userId="5cfb10c3666d8d61" providerId="LiveId" clId="{EBCD4659-F511-4018-A80F-97FFE43A4629}" dt="2026-01-28T21:21:23.705" v="5800" actId="11"/>
          <ac:spMkLst>
            <pc:docMk/>
            <pc:sldMk cId="1681645259" sldId="324"/>
            <ac:spMk id="3" creationId="{A51F0E3B-FB4D-77E1-5B07-EFB2B0AF5F05}"/>
          </ac:spMkLst>
        </pc:spChg>
        <pc:spChg chg="mod">
          <ac:chgData name="Tanbin Chy" userId="5cfb10c3666d8d61" providerId="LiveId" clId="{EBCD4659-F511-4018-A80F-97FFE43A4629}" dt="2026-01-28T21:21:40.185" v="5807" actId="11"/>
          <ac:spMkLst>
            <pc:docMk/>
            <pc:sldMk cId="1681645259" sldId="324"/>
            <ac:spMk id="4" creationId="{831355B3-69EB-1802-37DB-6658B0FC7B33}"/>
          </ac:spMkLst>
        </pc:spChg>
        <pc:spChg chg="mod">
          <ac:chgData name="Tanbin Chy" userId="5cfb10c3666d8d61" providerId="LiveId" clId="{EBCD4659-F511-4018-A80F-97FFE43A4629}" dt="2026-02-07T18:31:04.329" v="7600" actId="113"/>
          <ac:spMkLst>
            <pc:docMk/>
            <pc:sldMk cId="1681645259" sldId="324"/>
            <ac:spMk id="12" creationId="{00000000-0000-0000-0000-000000000000}"/>
          </ac:spMkLst>
        </pc:spChg>
        <pc:spChg chg="mod">
          <ac:chgData name="Tanbin Chy" userId="5cfb10c3666d8d61" providerId="LiveId" clId="{EBCD4659-F511-4018-A80F-97FFE43A4629}" dt="2026-02-07T18:31:07.273" v="7601" actId="113"/>
          <ac:spMkLst>
            <pc:docMk/>
            <pc:sldMk cId="1681645259" sldId="324"/>
            <ac:spMk id="13" creationId="{00000000-0000-0000-0000-000000000000}"/>
          </ac:spMkLst>
        </pc:spChg>
        <pc:picChg chg="add mod">
          <ac:chgData name="Tanbin Chy" userId="5cfb10c3666d8d61" providerId="LiveId" clId="{EBCD4659-F511-4018-A80F-97FFE43A4629}" dt="2026-02-06T21:57:13.606" v="7539" actId="12789"/>
          <ac:picMkLst>
            <pc:docMk/>
            <pc:sldMk cId="1681645259" sldId="324"/>
            <ac:picMk id="6" creationId="{2F5371A2-F68C-26FC-AA3C-27E88C9E1F37}"/>
          </ac:picMkLst>
        </pc:picChg>
        <pc:picChg chg="add del mod">
          <ac:chgData name="Tanbin Chy" userId="5cfb10c3666d8d61" providerId="LiveId" clId="{EBCD4659-F511-4018-A80F-97FFE43A4629}" dt="2026-02-06T21:56:03.210" v="7520" actId="478"/>
          <ac:picMkLst>
            <pc:docMk/>
            <pc:sldMk cId="1681645259" sldId="324"/>
            <ac:picMk id="7" creationId="{CB308176-1F33-0E2F-333D-9414256C7739}"/>
          </ac:picMkLst>
        </pc:picChg>
        <pc:picChg chg="add mod">
          <ac:chgData name="Tanbin Chy" userId="5cfb10c3666d8d61" providerId="LiveId" clId="{EBCD4659-F511-4018-A80F-97FFE43A4629}" dt="2026-02-06T21:56:19.869" v="7523"/>
          <ac:picMkLst>
            <pc:docMk/>
            <pc:sldMk cId="1681645259" sldId="324"/>
            <ac:picMk id="8" creationId="{7CCB9B56-255D-1ADA-7AA7-ED31E66F5557}"/>
          </ac:picMkLst>
        </pc:picChg>
        <pc:picChg chg="add mod">
          <ac:chgData name="Tanbin Chy" userId="5cfb10c3666d8d61" providerId="LiveId" clId="{EBCD4659-F511-4018-A80F-97FFE43A4629}" dt="2026-02-06T21:57:20.178" v="7541" actId="14100"/>
          <ac:picMkLst>
            <pc:docMk/>
            <pc:sldMk cId="1681645259" sldId="324"/>
            <ac:picMk id="9" creationId="{1C3F0AF1-BDCC-861E-2B43-23DC5918EA91}"/>
          </ac:picMkLst>
        </pc:picChg>
        <pc:picChg chg="add del mod">
          <ac:chgData name="Tanbin Chy" userId="5cfb10c3666d8d61" providerId="LiveId" clId="{EBCD4659-F511-4018-A80F-97FFE43A4629}" dt="2026-02-06T21:56:02.611" v="7519" actId="478"/>
          <ac:picMkLst>
            <pc:docMk/>
            <pc:sldMk cId="1681645259" sldId="324"/>
            <ac:picMk id="10" creationId="{0FE9F065-69D5-96A6-7CBA-F68AF0C721DC}"/>
          </ac:picMkLst>
        </pc:picChg>
      </pc:sldChg>
      <pc:sldChg chg="addSp delSp modSp add mod">
        <pc:chgData name="Tanbin Chy" userId="5cfb10c3666d8d61" providerId="LiveId" clId="{EBCD4659-F511-4018-A80F-97FFE43A4629}" dt="2026-02-07T18:31:11.321" v="7603" actId="113"/>
        <pc:sldMkLst>
          <pc:docMk/>
          <pc:sldMk cId="2614264129" sldId="325"/>
        </pc:sldMkLst>
        <pc:spChg chg="mod">
          <ac:chgData name="Tanbin Chy" userId="5cfb10c3666d8d61" providerId="LiveId" clId="{EBCD4659-F511-4018-A80F-97FFE43A4629}" dt="2026-01-28T21:26:52.805" v="5883" actId="2711"/>
          <ac:spMkLst>
            <pc:docMk/>
            <pc:sldMk cId="2614264129" sldId="325"/>
            <ac:spMk id="3" creationId="{C0A4E1D0-436B-6BE3-98D8-1158343AC26D}"/>
          </ac:spMkLst>
        </pc:spChg>
        <pc:spChg chg="mod">
          <ac:chgData name="Tanbin Chy" userId="5cfb10c3666d8d61" providerId="LiveId" clId="{EBCD4659-F511-4018-A80F-97FFE43A4629}" dt="2026-01-28T21:23:00.593" v="5832" actId="11"/>
          <ac:spMkLst>
            <pc:docMk/>
            <pc:sldMk cId="2614264129" sldId="325"/>
            <ac:spMk id="4" creationId="{783AFD3E-4F38-6D7C-1B5C-6CB131E0DD41}"/>
          </ac:spMkLst>
        </pc:spChg>
        <pc:spChg chg="mod">
          <ac:chgData name="Tanbin Chy" userId="5cfb10c3666d8d61" providerId="LiveId" clId="{EBCD4659-F511-4018-A80F-97FFE43A4629}" dt="2026-02-07T18:31:09.665" v="7602" actId="113"/>
          <ac:spMkLst>
            <pc:docMk/>
            <pc:sldMk cId="2614264129" sldId="325"/>
            <ac:spMk id="10" creationId="{00000000-0000-0000-0000-000000000000}"/>
          </ac:spMkLst>
        </pc:spChg>
        <pc:spChg chg="mod">
          <ac:chgData name="Tanbin Chy" userId="5cfb10c3666d8d61" providerId="LiveId" clId="{EBCD4659-F511-4018-A80F-97FFE43A4629}" dt="2026-02-07T18:31:11.321" v="7603" actId="113"/>
          <ac:spMkLst>
            <pc:docMk/>
            <pc:sldMk cId="2614264129" sldId="325"/>
            <ac:spMk id="12" creationId="{00000000-0000-0000-0000-000000000000}"/>
          </ac:spMkLst>
        </pc:spChg>
        <pc:picChg chg="add mod">
          <ac:chgData name="Tanbin Chy" userId="5cfb10c3666d8d61" providerId="LiveId" clId="{EBCD4659-F511-4018-A80F-97FFE43A4629}" dt="2026-02-06T21:58:13.568" v="7550" actId="14100"/>
          <ac:picMkLst>
            <pc:docMk/>
            <pc:sldMk cId="2614264129" sldId="325"/>
            <ac:picMk id="6" creationId="{9D66A2F4-B48F-0238-51DF-2EE911397715}"/>
          </ac:picMkLst>
        </pc:picChg>
        <pc:picChg chg="add del mod">
          <ac:chgData name="Tanbin Chy" userId="5cfb10c3666d8d61" providerId="LiveId" clId="{EBCD4659-F511-4018-A80F-97FFE43A4629}" dt="2026-02-06T21:57:32.664" v="7542" actId="478"/>
          <ac:picMkLst>
            <pc:docMk/>
            <pc:sldMk cId="2614264129" sldId="325"/>
            <ac:picMk id="7" creationId="{28935905-1B0B-C968-9ECF-EAFB450DC489}"/>
          </ac:picMkLst>
        </pc:picChg>
        <pc:picChg chg="add del mod">
          <ac:chgData name="Tanbin Chy" userId="5cfb10c3666d8d61" providerId="LiveId" clId="{EBCD4659-F511-4018-A80F-97FFE43A4629}" dt="2026-02-06T21:57:33.265" v="7543" actId="478"/>
          <ac:picMkLst>
            <pc:docMk/>
            <pc:sldMk cId="2614264129" sldId="325"/>
            <ac:picMk id="8" creationId="{F22EA0BA-291C-E0D5-E05F-F0F0483622E8}"/>
          </ac:picMkLst>
        </pc:picChg>
        <pc:picChg chg="add mod">
          <ac:chgData name="Tanbin Chy" userId="5cfb10c3666d8d61" providerId="LiveId" clId="{EBCD4659-F511-4018-A80F-97FFE43A4629}" dt="2026-02-06T21:58:25.889" v="7556" actId="14100"/>
          <ac:picMkLst>
            <pc:docMk/>
            <pc:sldMk cId="2614264129" sldId="325"/>
            <ac:picMk id="9" creationId="{66A6853C-2706-3F56-E1B1-38B8F6345680}"/>
          </ac:picMkLst>
        </pc:picChg>
      </pc:sldChg>
      <pc:sldChg chg="addSp delSp modSp add mod">
        <pc:chgData name="Tanbin Chy" userId="5cfb10c3666d8d61" providerId="LiveId" clId="{EBCD4659-F511-4018-A80F-97FFE43A4629}" dt="2026-02-07T18:31:16.010" v="7605" actId="113"/>
        <pc:sldMkLst>
          <pc:docMk/>
          <pc:sldMk cId="2637842322" sldId="326"/>
        </pc:sldMkLst>
        <pc:spChg chg="mod">
          <ac:chgData name="Tanbin Chy" userId="5cfb10c3666d8d61" providerId="LiveId" clId="{EBCD4659-F511-4018-A80F-97FFE43A4629}" dt="2026-01-28T21:26:06.192" v="5879" actId="1038"/>
          <ac:spMkLst>
            <pc:docMk/>
            <pc:sldMk cId="2637842322" sldId="326"/>
            <ac:spMk id="3" creationId="{6D940776-1FD4-F65F-0C9B-DCAB9FAA3A18}"/>
          </ac:spMkLst>
        </pc:spChg>
        <pc:spChg chg="mod">
          <ac:chgData name="Tanbin Chy" userId="5cfb10c3666d8d61" providerId="LiveId" clId="{EBCD4659-F511-4018-A80F-97FFE43A4629}" dt="2026-02-07T18:31:14.257" v="7604" actId="113"/>
          <ac:spMkLst>
            <pc:docMk/>
            <pc:sldMk cId="2637842322" sldId="326"/>
            <ac:spMk id="9" creationId="{00000000-0000-0000-0000-000000000000}"/>
          </ac:spMkLst>
        </pc:spChg>
        <pc:spChg chg="add mod">
          <ac:chgData name="Tanbin Chy" userId="5cfb10c3666d8d61" providerId="LiveId" clId="{EBCD4659-F511-4018-A80F-97FFE43A4629}" dt="2026-01-28T21:26:18.945" v="5880" actId="11"/>
          <ac:spMkLst>
            <pc:docMk/>
            <pc:sldMk cId="2637842322" sldId="326"/>
            <ac:spMk id="10" creationId="{9875C5E9-0B3D-5244-0426-DEF4623AC746}"/>
          </ac:spMkLst>
        </pc:spChg>
        <pc:spChg chg="mod">
          <ac:chgData name="Tanbin Chy" userId="5cfb10c3666d8d61" providerId="LiveId" clId="{EBCD4659-F511-4018-A80F-97FFE43A4629}" dt="2026-02-07T18:31:16.010" v="7605" actId="113"/>
          <ac:spMkLst>
            <pc:docMk/>
            <pc:sldMk cId="2637842322" sldId="326"/>
            <ac:spMk id="13" creationId="{00000000-0000-0000-0000-000000000000}"/>
          </ac:spMkLst>
        </pc:spChg>
        <pc:picChg chg="add mod">
          <ac:chgData name="Tanbin Chy" userId="5cfb10c3666d8d61" providerId="LiveId" clId="{EBCD4659-F511-4018-A80F-97FFE43A4629}" dt="2026-02-06T21:59:11.039" v="7565" actId="14100"/>
          <ac:picMkLst>
            <pc:docMk/>
            <pc:sldMk cId="2637842322" sldId="326"/>
            <ac:picMk id="5" creationId="{031DB5AF-14EC-1F60-B0EF-EAC2F533A898}"/>
          </ac:picMkLst>
        </pc:picChg>
        <pc:picChg chg="add mod">
          <ac:chgData name="Tanbin Chy" userId="5cfb10c3666d8d61" providerId="LiveId" clId="{EBCD4659-F511-4018-A80F-97FFE43A4629}" dt="2026-02-06T21:59:20.887" v="7569" actId="14100"/>
          <ac:picMkLst>
            <pc:docMk/>
            <pc:sldMk cId="2637842322" sldId="326"/>
            <ac:picMk id="6" creationId="{148186FD-09DD-F8DE-DE0A-D2FCB798741F}"/>
          </ac:picMkLst>
        </pc:picChg>
        <pc:picChg chg="add del mod">
          <ac:chgData name="Tanbin Chy" userId="5cfb10c3666d8d61" providerId="LiveId" clId="{EBCD4659-F511-4018-A80F-97FFE43A4629}" dt="2026-02-06T21:58:47.886" v="7561" actId="478"/>
          <ac:picMkLst>
            <pc:docMk/>
            <pc:sldMk cId="2637842322" sldId="326"/>
            <ac:picMk id="7" creationId="{1B5EB787-BF3D-580B-47A6-B29DCCAB62E0}"/>
          </ac:picMkLst>
        </pc:picChg>
        <pc:picChg chg="add del mod">
          <ac:chgData name="Tanbin Chy" userId="5cfb10c3666d8d61" providerId="LiveId" clId="{EBCD4659-F511-4018-A80F-97FFE43A4629}" dt="2026-02-06T21:58:47.375" v="7560" actId="478"/>
          <ac:picMkLst>
            <pc:docMk/>
            <pc:sldMk cId="2637842322" sldId="326"/>
            <ac:picMk id="12" creationId="{F6305F8B-5634-F6B7-45CC-74B73E85B255}"/>
          </ac:picMkLst>
        </pc:picChg>
      </pc:sldChg>
      <pc:sldChg chg="addSp delSp modSp add mod">
        <pc:chgData name="Tanbin Chy" userId="5cfb10c3666d8d61" providerId="LiveId" clId="{EBCD4659-F511-4018-A80F-97FFE43A4629}" dt="2026-02-07T18:31:32" v="7611" actId="113"/>
        <pc:sldMkLst>
          <pc:docMk/>
          <pc:sldMk cId="2616694364" sldId="327"/>
        </pc:sldMkLst>
        <pc:spChg chg="mod">
          <ac:chgData name="Tanbin Chy" userId="5cfb10c3666d8d61" providerId="LiveId" clId="{EBCD4659-F511-4018-A80F-97FFE43A4629}" dt="2026-02-02T16:38:57.503" v="6686" actId="12788"/>
          <ac:spMkLst>
            <pc:docMk/>
            <pc:sldMk cId="2616694364" sldId="327"/>
            <ac:spMk id="2" creationId="{F4A6F6B0-459C-D606-AB3C-712E5C96953B}"/>
          </ac:spMkLst>
        </pc:spChg>
        <pc:spChg chg="mod">
          <ac:chgData name="Tanbin Chy" userId="5cfb10c3666d8d61" providerId="LiveId" clId="{EBCD4659-F511-4018-A80F-97FFE43A4629}" dt="2026-02-07T18:31:32" v="7611" actId="113"/>
          <ac:spMkLst>
            <pc:docMk/>
            <pc:sldMk cId="2616694364" sldId="327"/>
            <ac:spMk id="4" creationId="{69B2E3F9-8825-79F5-5A9D-71DA5E6046E5}"/>
          </ac:spMkLst>
        </pc:spChg>
        <pc:graphicFrameChg chg="add mod modGraphic">
          <ac:chgData name="Tanbin Chy" userId="5cfb10c3666d8d61" providerId="LiveId" clId="{EBCD4659-F511-4018-A80F-97FFE43A4629}" dt="2026-02-06T21:18:53.797" v="7125" actId="20577"/>
          <ac:graphicFrameMkLst>
            <pc:docMk/>
            <pc:sldMk cId="2616694364" sldId="327"/>
            <ac:graphicFrameMk id="6" creationId="{A9CA64D8-A2B8-577C-EA1E-452876193323}"/>
          </ac:graphicFrameMkLst>
        </pc:graphicFrameChg>
      </pc:sldChg>
      <pc:sldChg chg="addSp delSp modSp add mod">
        <pc:chgData name="Tanbin Chy" userId="5cfb10c3666d8d61" providerId="LiveId" clId="{EBCD4659-F511-4018-A80F-97FFE43A4629}" dt="2026-02-07T18:31:25.792" v="7609" actId="113"/>
        <pc:sldMkLst>
          <pc:docMk/>
          <pc:sldMk cId="1143393373" sldId="328"/>
        </pc:sldMkLst>
        <pc:spChg chg="mod">
          <ac:chgData name="Tanbin Chy" userId="5cfb10c3666d8d61" providerId="LiveId" clId="{EBCD4659-F511-4018-A80F-97FFE43A4629}" dt="2026-02-02T16:44:47.956" v="6734" actId="11"/>
          <ac:spMkLst>
            <pc:docMk/>
            <pc:sldMk cId="1143393373" sldId="328"/>
            <ac:spMk id="5" creationId="{589E1110-496D-EB56-CE3A-29530781BA6E}"/>
          </ac:spMkLst>
        </pc:spChg>
        <pc:spChg chg="mod">
          <ac:chgData name="Tanbin Chy" userId="5cfb10c3666d8d61" providerId="LiveId" clId="{EBCD4659-F511-4018-A80F-97FFE43A4629}" dt="2026-02-07T18:31:23.601" v="7608" actId="113"/>
          <ac:spMkLst>
            <pc:docMk/>
            <pc:sldMk cId="1143393373" sldId="328"/>
            <ac:spMk id="11" creationId="{DF8BCA7A-602C-A6BA-DDAC-C294A1B183EB}"/>
          </ac:spMkLst>
        </pc:spChg>
        <pc:spChg chg="mod">
          <ac:chgData name="Tanbin Chy" userId="5cfb10c3666d8d61" providerId="LiveId" clId="{EBCD4659-F511-4018-A80F-97FFE43A4629}" dt="2026-02-07T18:31:25.792" v="7609" actId="113"/>
          <ac:spMkLst>
            <pc:docMk/>
            <pc:sldMk cId="1143393373" sldId="328"/>
            <ac:spMk id="12" creationId="{7F0967D4-FD98-1F6C-FB61-FA26DA625836}"/>
          </ac:spMkLst>
        </pc:spChg>
        <pc:picChg chg="add mod">
          <ac:chgData name="Tanbin Chy" userId="5cfb10c3666d8d61" providerId="LiveId" clId="{EBCD4659-F511-4018-A80F-97FFE43A4629}" dt="2026-02-02T16:43:45.780" v="6712" actId="14100"/>
          <ac:picMkLst>
            <pc:docMk/>
            <pc:sldMk cId="1143393373" sldId="328"/>
            <ac:picMk id="13" creationId="{E21E3147-DD5C-C19E-7C81-4E1BC6488C90}"/>
          </ac:picMkLst>
        </pc:picChg>
        <pc:picChg chg="add mod">
          <ac:chgData name="Tanbin Chy" userId="5cfb10c3666d8d61" providerId="LiveId" clId="{EBCD4659-F511-4018-A80F-97FFE43A4629}" dt="2026-02-02T16:56:46.827" v="6784" actId="14100"/>
          <ac:picMkLst>
            <pc:docMk/>
            <pc:sldMk cId="1143393373" sldId="328"/>
            <ac:picMk id="14" creationId="{5D738225-05D2-E184-2525-154BD6B814B1}"/>
          </ac:picMkLst>
        </pc:picChg>
      </pc:sldChg>
      <pc:sldChg chg="addSp delSp modSp new del mod">
        <pc:chgData name="Tanbin Chy" userId="5cfb10c3666d8d61" providerId="LiveId" clId="{EBCD4659-F511-4018-A80F-97FFE43A4629}" dt="2026-02-06T21:17:40.155" v="7105" actId="47"/>
        <pc:sldMkLst>
          <pc:docMk/>
          <pc:sldMk cId="3452615981" sldId="329"/>
        </pc:sldMkLst>
        <pc:spChg chg="del">
          <ac:chgData name="Tanbin Chy" userId="5cfb10c3666d8d61" providerId="LiveId" clId="{EBCD4659-F511-4018-A80F-97FFE43A4629}" dt="2026-02-06T21:17:12.595" v="7099" actId="478"/>
          <ac:spMkLst>
            <pc:docMk/>
            <pc:sldMk cId="3452615981" sldId="329"/>
            <ac:spMk id="2" creationId="{7510B010-3DCA-FED5-0BD8-2C174FA89FA3}"/>
          </ac:spMkLst>
        </pc:spChg>
        <pc:spChg chg="del">
          <ac:chgData name="Tanbin Chy" userId="5cfb10c3666d8d61" providerId="LiveId" clId="{EBCD4659-F511-4018-A80F-97FFE43A4629}" dt="2026-02-06T21:17:12.595" v="7099" actId="478"/>
          <ac:spMkLst>
            <pc:docMk/>
            <pc:sldMk cId="3452615981" sldId="329"/>
            <ac:spMk id="3" creationId="{B564594F-B3FE-497A-9D1F-5C147A625034}"/>
          </ac:spMkLst>
        </pc:spChg>
        <pc:spChg chg="del">
          <ac:chgData name="Tanbin Chy" userId="5cfb10c3666d8d61" providerId="LiveId" clId="{EBCD4659-F511-4018-A80F-97FFE43A4629}" dt="2026-02-06T21:17:12.595" v="7099" actId="478"/>
          <ac:spMkLst>
            <pc:docMk/>
            <pc:sldMk cId="3452615981" sldId="329"/>
            <ac:spMk id="4" creationId="{84593AA0-7830-0B3E-CD3F-FD98F86CC833}"/>
          </ac:spMkLst>
        </pc:spChg>
        <pc:graphicFrameChg chg="add mod">
          <ac:chgData name="Tanbin Chy" userId="5cfb10c3666d8d61" providerId="LiveId" clId="{EBCD4659-F511-4018-A80F-97FFE43A4629}" dt="2026-02-06T21:17:13.670" v="7100"/>
          <ac:graphicFrameMkLst>
            <pc:docMk/>
            <pc:sldMk cId="3452615981" sldId="329"/>
            <ac:graphicFrameMk id="5" creationId="{A0AA7D11-1593-BEA5-E483-EEC9E710EE8F}"/>
          </ac:graphicFrameMkLst>
        </pc:graphicFrameChg>
        <pc:graphicFrameChg chg="add del mod modGraphic">
          <ac:chgData name="Tanbin Chy" userId="5cfb10c3666d8d61" providerId="LiveId" clId="{EBCD4659-F511-4018-A80F-97FFE43A4629}" dt="2026-02-06T21:17:38.417" v="7104" actId="21"/>
          <ac:graphicFrameMkLst>
            <pc:docMk/>
            <pc:sldMk cId="3452615981" sldId="329"/>
            <ac:graphicFrameMk id="6" creationId="{99E97ADD-E11D-5F8E-2E6C-94A9E4D37859}"/>
          </ac:graphicFrameMkLst>
        </pc:graphicFrameChg>
      </pc:sldChg>
      <pc:sldChg chg="addSp delSp modSp add mod">
        <pc:chgData name="Tanbin Chy" userId="5cfb10c3666d8d61" providerId="LiveId" clId="{EBCD4659-F511-4018-A80F-97FFE43A4629}" dt="2026-02-06T21:49:57.399" v="7479" actId="20577"/>
        <pc:sldMkLst>
          <pc:docMk/>
          <pc:sldMk cId="4017746596" sldId="329"/>
        </pc:sldMkLst>
        <pc:spChg chg="add del">
          <ac:chgData name="Tanbin Chy" userId="5cfb10c3666d8d61" providerId="LiveId" clId="{EBCD4659-F511-4018-A80F-97FFE43A4629}" dt="2026-02-06T21:25:30.541" v="7128" actId="22"/>
          <ac:spMkLst>
            <pc:docMk/>
            <pc:sldMk cId="4017746596" sldId="329"/>
            <ac:spMk id="6" creationId="{24FDBD7D-3CB6-1371-DBC8-2A59033BA53F}"/>
          </ac:spMkLst>
        </pc:spChg>
        <pc:graphicFrameChg chg="mod modGraphic">
          <ac:chgData name="Tanbin Chy" userId="5cfb10c3666d8d61" providerId="LiveId" clId="{EBCD4659-F511-4018-A80F-97FFE43A4629}" dt="2026-02-06T21:49:57.399" v="7479" actId="20577"/>
          <ac:graphicFrameMkLst>
            <pc:docMk/>
            <pc:sldMk cId="4017746596" sldId="329"/>
            <ac:graphicFrameMk id="5" creationId="{57C0E3A8-452A-D044-EF03-9D66DB979AC3}"/>
          </ac:graphicFrameMkLst>
        </pc:graphicFrameChg>
        <pc:graphicFrameChg chg="add mod">
          <ac:chgData name="Tanbin Chy" userId="5cfb10c3666d8d61" providerId="LiveId" clId="{EBCD4659-F511-4018-A80F-97FFE43A4629}" dt="2026-02-06T21:35:27.330" v="7273"/>
          <ac:graphicFrameMkLst>
            <pc:docMk/>
            <pc:sldMk cId="4017746596" sldId="329"/>
            <ac:graphicFrameMk id="7" creationId="{C72B8F2E-DCF5-25A7-04E3-E3FADDE61458}"/>
          </ac:graphicFrameMkLst>
        </pc:graphicFrameChg>
        <pc:graphicFrameChg chg="add del mod">
          <ac:chgData name="Tanbin Chy" userId="5cfb10c3666d8d61" providerId="LiveId" clId="{EBCD4659-F511-4018-A80F-97FFE43A4629}" dt="2026-02-06T21:36:13.946" v="7286" actId="478"/>
          <ac:graphicFrameMkLst>
            <pc:docMk/>
            <pc:sldMk cId="4017746596" sldId="329"/>
            <ac:graphicFrameMk id="8" creationId="{829DB881-5657-689E-57F1-091C09A82841}"/>
          </ac:graphicFrameMkLst>
        </pc:graphicFrameChg>
      </pc:sldChg>
      <pc:sldChg chg="addSp modSp add del mod">
        <pc:chgData name="Tanbin Chy" userId="5cfb10c3666d8d61" providerId="LiveId" clId="{EBCD4659-F511-4018-A80F-97FFE43A4629}" dt="2026-02-06T21:47:15.756" v="7418" actId="20577"/>
        <pc:sldMkLst>
          <pc:docMk/>
          <pc:sldMk cId="878889279" sldId="330"/>
        </pc:sldMkLst>
        <pc:spChg chg="add mod">
          <ac:chgData name="Tanbin Chy" userId="5cfb10c3666d8d61" providerId="LiveId" clId="{EBCD4659-F511-4018-A80F-97FFE43A4629}" dt="2026-02-06T21:45:14.051" v="7406"/>
          <ac:spMkLst>
            <pc:docMk/>
            <pc:sldMk cId="878889279" sldId="330"/>
            <ac:spMk id="6" creationId="{2853E933-7AB2-E645-5324-A8114F6D61F3}"/>
          </ac:spMkLst>
        </pc:spChg>
        <pc:spChg chg="mod">
          <ac:chgData name="Tanbin Chy" userId="5cfb10c3666d8d61" providerId="LiveId" clId="{EBCD4659-F511-4018-A80F-97FFE43A4629}" dt="2026-02-06T21:47:15.756" v="7418" actId="20577"/>
          <ac:spMkLst>
            <pc:docMk/>
            <pc:sldMk cId="878889279" sldId="330"/>
            <ac:spMk id="14" creationId="{1FE22806-09FE-BD42-567C-59683A649A43}"/>
          </ac:spMkLst>
        </pc:spChg>
        <pc:graphicFrameChg chg="add mod">
          <ac:chgData name="Tanbin Chy" userId="5cfb10c3666d8d61" providerId="LiveId" clId="{EBCD4659-F511-4018-A80F-97FFE43A4629}" dt="2026-02-06T21:44:17.055" v="7400"/>
          <ac:graphicFrameMkLst>
            <pc:docMk/>
            <pc:sldMk cId="878889279" sldId="330"/>
            <ac:graphicFrameMk id="4" creationId="{4D6DB3EB-F0E7-EC1E-E2BA-09D3E628673D}"/>
          </ac:graphicFrameMkLst>
        </pc:graphicFrameChg>
        <pc:graphicFrameChg chg="add mod">
          <ac:chgData name="Tanbin Chy" userId="5cfb10c3666d8d61" providerId="LiveId" clId="{EBCD4659-F511-4018-A80F-97FFE43A4629}" dt="2026-02-06T21:45:13.316" v="7405"/>
          <ac:graphicFrameMkLst>
            <pc:docMk/>
            <pc:sldMk cId="878889279" sldId="330"/>
            <ac:graphicFrameMk id="5" creationId="{993B8EBC-8DF6-BB62-B6D2-B344686A3415}"/>
          </ac:graphicFrameMkLst>
        </pc:graphicFrameChg>
      </pc:sldChg>
      <pc:sldChg chg="modSp add del mod">
        <pc:chgData name="Tanbin Chy" userId="5cfb10c3666d8d61" providerId="LiveId" clId="{EBCD4659-F511-4018-A80F-97FFE43A4629}" dt="2026-02-06T21:36:06.861" v="7284" actId="47"/>
        <pc:sldMkLst>
          <pc:docMk/>
          <pc:sldMk cId="3007336007" sldId="330"/>
        </pc:sldMkLst>
        <pc:graphicFrameChg chg="mod modGraphic">
          <ac:chgData name="Tanbin Chy" userId="5cfb10c3666d8d61" providerId="LiveId" clId="{EBCD4659-F511-4018-A80F-97FFE43A4629}" dt="2026-02-06T21:35:37.182" v="7278" actId="21"/>
          <ac:graphicFrameMkLst>
            <pc:docMk/>
            <pc:sldMk cId="3007336007" sldId="330"/>
            <ac:graphicFrameMk id="5" creationId="{73C1880F-0DBB-3E92-451A-D806C144CC91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8" name="Google Shape;9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0120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2595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4075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70C94-8DAB-6086-2193-2DBCF6F5D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39CBEB-ECDA-15FD-162D-8C602ADDFA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891440-99EC-72AA-62F3-F19313A720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0227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1819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5244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B4584-3624-D098-FF01-87BABEC57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EC234C-7215-1ED8-8A08-718EBF84D2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F3EF17-F8D6-2BE7-88D4-5F71F8FF16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0895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144CF-21E9-E800-EEE2-14F88B4B3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299045-16AC-EA44-6318-5F2B5889A5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9CBE06-D037-F028-BF82-5FDA99B6C1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1569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8B763-1CC7-9207-1D4A-DCBC6841B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BF71EC-FCF4-29DD-DDC3-B8F777F262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E8A396-65B3-8384-944B-7E94B25FAB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3752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BF993-D68D-2419-4F33-FC036B261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8476DD-26EA-EC83-27B7-ADE7B8DB86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92387B-86C5-48E7-CD59-DC63027182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8655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4C582-307F-9B91-A8E7-089B9E918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F13E40-3E37-387A-754E-017669AA0E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1A1BD0-CF77-D4FC-0C97-81E21B6DF1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7765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77D97-38DE-65F1-4D36-7A4619851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588DA0-E145-DD15-6A7F-6AAD130432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41C827-EE85-EC16-FC72-73927E85ED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3653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8278D-1627-DEFF-A3C3-2E27A6F33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58DCD5-0FC3-44BB-5610-67A9DE561A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EA9626-7B58-7B66-F45F-ECF2965DA7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9989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B1334-9E99-C5E2-86F5-D01B351D6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D5E02E-8933-9844-E850-3B8BA537EC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E9B0C0-2F13-836B-8ACC-A1D46B5703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0814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AB1E8-A9A2-F884-62F6-65A836B89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7A07F4-0AB6-BF63-394F-D4DFA101FF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38C3FC-3D88-1BC6-EFFB-AC234C0DA1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9162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01" name="Google Shape;40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0585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861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7711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646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96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229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430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096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807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610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710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10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rdcu.be/eKdI2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rxiv.org/abs/2101.00204" TargetMode="External"/><Relationship Id="rId4" Type="http://schemas.openxmlformats.org/officeDocument/2006/relationships/hyperlink" Target="https://rdcu.be/eKdAR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frcchang.github.io/pub/SemEval_2020_Task_4.pdf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1016/j.measen.2022.100434" TargetMode="External"/><Relationship Id="rId4" Type="http://schemas.openxmlformats.org/officeDocument/2006/relationships/hyperlink" Target="https://www.researchgate.net/publication/341043771_An_Emperical_Framework_of_Idioms_Translator_From_Bengali_to_English_Rule_Based_Approach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10.5120/17485-8182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48550/arXiv.2104.06511" TargetMode="External"/><Relationship Id="rId5" Type="http://schemas.openxmlformats.org/officeDocument/2006/relationships/hyperlink" Target="https://doi.org/10.48550/arXiv.2310.15239" TargetMode="External"/><Relationship Id="rId4" Type="http://schemas.openxmlformats.org/officeDocument/2006/relationships/hyperlink" Target="https://arxiv.org/abs/2502.11187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07/s10462-024-10795-2" TargetMode="External"/><Relationship Id="rId2" Type="http://schemas.openxmlformats.org/officeDocument/2006/relationships/hyperlink" Target="https://doi.org/10.1007/s10115-024-02326-w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016/j.measen.2022.100434" TargetMode="External"/><Relationship Id="rId5" Type="http://schemas.openxmlformats.org/officeDocument/2006/relationships/hyperlink" Target="https://doi.org/10.48550/arxiv.2007.00236" TargetMode="External"/><Relationship Id="rId4" Type="http://schemas.openxmlformats.org/officeDocument/2006/relationships/hyperlink" Target="https://doi.org/10.48550/arxiv.2101.00204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502.11187" TargetMode="External"/><Relationship Id="rId2" Type="http://schemas.openxmlformats.org/officeDocument/2006/relationships/hyperlink" Target="https://doi.org/10.5120/17485-8182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48550/arXiv.2104.06511" TargetMode="External"/><Relationship Id="rId4" Type="http://schemas.openxmlformats.org/officeDocument/2006/relationships/hyperlink" Target="https://doi.org/10.48550/arXiv.2310.15239" TargetMode="Externa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 txBox="1"/>
          <p:nvPr/>
        </p:nvSpPr>
        <p:spPr>
          <a:xfrm>
            <a:off x="1768110" y="2681462"/>
            <a:ext cx="8655781" cy="830956"/>
          </a:xfrm>
          <a:prstGeom prst="rect">
            <a:avLst/>
          </a:prstGeom>
          <a:noFill/>
          <a:ln w="38100"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Detecting and Explaining Bangla Idiom Misuse: </a:t>
            </a:r>
          </a:p>
          <a:p>
            <a:pPr lvl="0" algn="ctr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 Comparative Study of Neural Approaches with Reason Generation</a:t>
            </a:r>
            <a:endParaRPr lang="en-US" sz="2400" b="1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2125199" y="3892546"/>
            <a:ext cx="3550837" cy="1754286"/>
          </a:xfrm>
          <a:prstGeom prst="rect">
            <a:avLst/>
          </a:prstGeom>
          <a:noFill/>
          <a:ln w="381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1" i="0" u="sng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Supervised </a:t>
            </a:r>
            <a:r>
              <a:rPr lang="en-US" b="1" u="sng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b</a:t>
            </a:r>
            <a:r>
              <a:rPr lang="en-US" sz="1800" b="1" i="0" u="sng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y:</a:t>
            </a:r>
            <a:endParaRPr sz="105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Mrs. Farzina Akther</a:t>
            </a:r>
            <a:endParaRPr sz="180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Assistant Professor</a:t>
            </a:r>
            <a:endParaRPr lang="en-US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Department of CSE</a:t>
            </a: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102" name="Google Shape;10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77356" y="400885"/>
            <a:ext cx="992326" cy="1325485"/>
          </a:xfrm>
          <a:prstGeom prst="rect">
            <a:avLst/>
          </a:prstGeom>
          <a:ln w="38100" cap="sq">
            <a:noFill/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3" name="Google Shape;103;p1"/>
          <p:cNvSpPr txBox="1"/>
          <p:nvPr/>
        </p:nvSpPr>
        <p:spPr>
          <a:xfrm>
            <a:off x="2125199" y="1901265"/>
            <a:ext cx="8096641" cy="523180"/>
          </a:xfrm>
          <a:prstGeom prst="rect">
            <a:avLst/>
          </a:prstGeom>
          <a:noFill/>
          <a:ln w="38100">
            <a:noFill/>
            <a:prstDash val="solid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PORT CITY INTERNATIONAL UNIVERSITY</a:t>
            </a:r>
          </a:p>
        </p:txBody>
      </p:sp>
      <p:sp>
        <p:nvSpPr>
          <p:cNvPr id="2" name="Google Shape;101;p1">
            <a:extLst>
              <a:ext uri="{FF2B5EF4-FFF2-40B4-BE49-F238E27FC236}">
                <a16:creationId xmlns:a16="http://schemas.microsoft.com/office/drawing/2014/main" id="{8981DB31-B676-3919-3185-4374C173A08B}"/>
              </a:ext>
            </a:extLst>
          </p:cNvPr>
          <p:cNvSpPr txBox="1"/>
          <p:nvPr/>
        </p:nvSpPr>
        <p:spPr>
          <a:xfrm>
            <a:off x="6669682" y="3892546"/>
            <a:ext cx="3550837" cy="1754286"/>
          </a:xfrm>
          <a:prstGeom prst="rect">
            <a:avLst/>
          </a:prstGeom>
          <a:noFill/>
          <a:ln w="381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b="1" u="sng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Presented</a:t>
            </a:r>
            <a:r>
              <a:rPr lang="en-US" sz="1800" b="1" i="0" u="sng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b="1" u="sng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b</a:t>
            </a:r>
            <a:r>
              <a:rPr lang="en-US" sz="1800" b="1" i="0" u="sng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y:</a:t>
            </a:r>
            <a:endParaRPr sz="105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Md. </a:t>
            </a:r>
            <a:r>
              <a:rPr lang="en-US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Ashiful</a:t>
            </a: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Hoque</a:t>
            </a:r>
            <a:r>
              <a:rPr lang="en-US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Chowdhury</a:t>
            </a:r>
            <a:endParaRPr lang="en-US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CSE 02707396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Batch 27A1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EF80C0-32C4-CB69-197F-72CAF4A95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53"/>
    </mc:Choice>
    <mc:Fallback xmlns="">
      <p:transition spd="slow" advTm="805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5401C-BA2B-36C4-3D2E-ED6D3A18A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D4B5D-5FDA-143F-218E-F7752378DDE4}"/>
              </a:ext>
            </a:extLst>
          </p:cNvPr>
          <p:cNvSpPr>
            <a:spLocks noGrp="1"/>
          </p:cNvSpPr>
          <p:nvPr>
            <p:ph type="title"/>
          </p:nvPr>
        </p:nvSpPr>
        <p:spPr>
          <a:ln w="38100">
            <a:noFill/>
          </a:ln>
        </p:spPr>
        <p:txBody>
          <a:bodyPr/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1DF24DC2-142E-3B76-69FC-2D9944AE44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71183" y="1933203"/>
            <a:ext cx="4324817" cy="30008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Tools and Platforms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2E1C11-5B9C-9F49-DF9E-8D5C958E13E6}"/>
              </a:ext>
            </a:extLst>
          </p:cNvPr>
          <p:cNvSpPr txBox="1"/>
          <p:nvPr/>
        </p:nvSpPr>
        <p:spPr>
          <a:xfrm>
            <a:off x="6096000" y="2014194"/>
            <a:ext cx="4261556" cy="29510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and Discussion</a:t>
            </a:r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8F7668-AD71-F6CE-9EB3-E5C065734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52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D9505-C1F6-180D-8774-6C3960621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7B26849D-8933-A4AE-DB2F-E8E9AB196A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3880" y="2841592"/>
            <a:ext cx="10001319" cy="2120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Garamond" pitchFamily="18" charset="0"/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This study addresses contextual Bangla idiom misuse by introducing a manually annotated dataset with correctness labels and human-written explanations. It benchmarks ML, DL and transformer models and integrates an explainable framework using BanglaT5 to generate human-readable justifications. The work contributes new dataset, empirical baselines and interpretable models for advancing Bangla NLP and educational applications.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8D8A7-AE9A-F563-2E0B-AA844D169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894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92084-7EC6-A145-5F0B-A43754CE2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267B2-2F3E-7287-503E-EF242AE75C69}"/>
              </a:ext>
            </a:extLst>
          </p:cNvPr>
          <p:cNvSpPr>
            <a:spLocks noGrp="1"/>
          </p:cNvSpPr>
          <p:nvPr>
            <p:ph type="title"/>
          </p:nvPr>
        </p:nvSpPr>
        <p:spPr>
          <a:ln w="38100">
            <a:noFill/>
          </a:ln>
        </p:spPr>
        <p:txBody>
          <a:bodyPr/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BCF1E96B-F1B0-6FF9-FA0D-01FBC046D9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4826" y="2557612"/>
            <a:ext cx="9502348" cy="15465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eaLnBrk="0" fontAlgn="base" hangingPunct="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automated idiom support for Bangla learners, especially in underserved contexts.</a:t>
            </a:r>
          </a:p>
          <a:p>
            <a:pPr marL="342900" indent="-342900" eaLnBrk="0" fontAlgn="base" hangingPunct="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idiom handling in existing Bangla NLP systems, harming downstream tasks.</a:t>
            </a:r>
          </a:p>
          <a:p>
            <a:pPr marL="342900" indent="-342900" eaLnBrk="0" fontAlgn="base" hangingPunct="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Severe resource scarcity, with no large annotated idiom datasets or explanation-rich benchmarks.</a:t>
            </a:r>
          </a:p>
          <a:p>
            <a:pPr marL="342900" indent="-342900" eaLnBrk="0" fontAlgn="base" hangingPunct="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black-box models, limiting educational trust and usability.</a:t>
            </a: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2ADE25-B209-692B-6C4F-13A1C0E2E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765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ACAC6-21E3-501A-4CA8-AF44B66A9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B2AEF-B4C7-F23F-921E-93420D820949}"/>
              </a:ext>
            </a:extLst>
          </p:cNvPr>
          <p:cNvSpPr>
            <a:spLocks noGrp="1"/>
          </p:cNvSpPr>
          <p:nvPr>
            <p:ph type="title"/>
          </p:nvPr>
        </p:nvSpPr>
        <p:spPr>
          <a:ln w="38100">
            <a:noFill/>
          </a:ln>
        </p:spPr>
        <p:txBody>
          <a:bodyPr/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7D2C1632-45DE-AB9E-379C-2BCB945C29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46154" y="2576715"/>
            <a:ext cx="8899692" cy="1704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kumimoji="0" lang="en-US" altLang="en-US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 a Bangla idiom dataset with correct/incorrect labels and short human explanations.</a:t>
            </a:r>
          </a:p>
          <a:p>
            <a:pPr marL="34290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kumimoji="0" lang="en-US" altLang="en-US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Construct idiom dictionary with meanings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idiom_id.</a:t>
            </a:r>
          </a:p>
          <a:p>
            <a:pPr marL="34290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kumimoji="0" lang="en-US" altLang="en-US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 explainable outputs in Bangla for better human understanding.</a:t>
            </a:r>
          </a:p>
          <a:p>
            <a:pPr marL="34290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kumimoji="0" lang="en-US" altLang="en-US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Evaluate performance against ML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DL</a:t>
            </a:r>
            <a:r>
              <a:rPr kumimoji="0" lang="en-US" altLang="en-US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baselines and transformer-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kumimoji="0" lang="en-US" altLang="en-US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models.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0E219A-B02E-E6FF-94D2-0E2F87A26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787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AC351-B7E0-51CE-2774-B940C6C97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76C55-2BC0-2BB5-48EB-03C10B000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57383"/>
            <a:ext cx="10058400" cy="776631"/>
          </a:xfrm>
          <a:ln w="38100">
            <a:noFill/>
          </a:ln>
        </p:spPr>
        <p:txBody>
          <a:bodyPr/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1DB2DC7-6167-4248-6638-E9DE9FCE52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3880388"/>
              </p:ext>
            </p:extLst>
          </p:nvPr>
        </p:nvGraphicFramePr>
        <p:xfrm>
          <a:off x="1066800" y="1296249"/>
          <a:ext cx="10058400" cy="475488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2055962">
                  <a:extLst>
                    <a:ext uri="{9D8B030D-6E8A-4147-A177-3AD203B41FA5}">
                      <a16:colId xmlns:a16="http://schemas.microsoft.com/office/drawing/2014/main" val="1540709594"/>
                    </a:ext>
                  </a:extLst>
                </a:gridCol>
                <a:gridCol w="1216325">
                  <a:extLst>
                    <a:ext uri="{9D8B030D-6E8A-4147-A177-3AD203B41FA5}">
                      <a16:colId xmlns:a16="http://schemas.microsoft.com/office/drawing/2014/main" val="19322816"/>
                    </a:ext>
                  </a:extLst>
                </a:gridCol>
                <a:gridCol w="1311215">
                  <a:extLst>
                    <a:ext uri="{9D8B030D-6E8A-4147-A177-3AD203B41FA5}">
                      <a16:colId xmlns:a16="http://schemas.microsoft.com/office/drawing/2014/main" val="2350000573"/>
                    </a:ext>
                  </a:extLst>
                </a:gridCol>
                <a:gridCol w="5474898">
                  <a:extLst>
                    <a:ext uri="{9D8B030D-6E8A-4147-A177-3AD203B41FA5}">
                      <a16:colId xmlns:a16="http://schemas.microsoft.com/office/drawing/2014/main" val="4201095051"/>
                    </a:ext>
                  </a:extLst>
                </a:gridCol>
              </a:tblGrid>
              <a:tr h="454913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 AND PUBLISHER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FINDINGS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9320680"/>
                  </a:ext>
                </a:extLst>
              </a:tr>
              <a:tr h="454913">
                <a:tc>
                  <a:txBody>
                    <a:bodyPr/>
                    <a:lstStyle/>
                    <a:p>
                      <a:r>
                        <a:rPr lang="en-US" sz="1200" b="1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 </a:t>
                      </a:r>
                      <a:r>
                        <a:rPr lang="en-US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Implicit Knowledge-Augmented Prompting for Commonsense Explanation Generation</a:t>
                      </a:r>
                    </a:p>
                    <a:p>
                      <a:r>
                        <a:rPr lang="en-US" sz="1200" u="sng" kern="1200">
                          <a:solidFill>
                            <a:schemeClr val="accent5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PDF</a:t>
                      </a:r>
                      <a:endParaRPr lang="en-US" sz="1200" u="sng" kern="1200">
                        <a:solidFill>
                          <a:schemeClr val="accent5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Y. Ge, H. T. Yu, C. Lei, et al.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2025, Springer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Aim: </a:t>
                      </a:r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help AI models better explain why certain statements don’t make sense.</a:t>
                      </a:r>
                    </a:p>
                    <a:p>
                      <a:pPr algn="just">
                        <a:buNone/>
                      </a:pPr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Size:</a:t>
                      </a: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ComVE + Commonsense Explanation dataset with </a:t>
                      </a:r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</a:t>
                      </a: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12,000 sentences.</a:t>
                      </a:r>
                    </a:p>
                    <a:p>
                      <a:pPr algn="just">
                        <a:buNone/>
                      </a:pPr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Performance:</a:t>
                      </a: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Two-stage Identification and Prompting increases performance over LLMs baselines upto BLEU: </a:t>
                      </a:r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</a:t>
                      </a: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631%, METEOR: </a:t>
                      </a:r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</a:t>
                      </a: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192%, ROUGE: </a:t>
                      </a:r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</a:t>
                      </a: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204%.</a:t>
                      </a:r>
                    </a:p>
                    <a:p>
                      <a:pPr algn="just">
                        <a:buNone/>
                      </a:pPr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Limitation:</a:t>
                      </a: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Focused only on explanation generation not classification and also doesn’t handle idioms or non-literal language.</a:t>
                      </a:r>
                    </a:p>
                    <a:p>
                      <a:pPr algn="just">
                        <a:buNone/>
                      </a:pPr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Language:</a:t>
                      </a: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English</a:t>
                      </a:r>
                    </a:p>
                    <a:p>
                      <a:pPr algn="just">
                        <a:buNone/>
                      </a:pPr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Align:</a:t>
                      </a: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Explanation generation phase after classification.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7063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1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2. </a:t>
                      </a:r>
                      <a:r>
                        <a:rPr lang="en-US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Hybrid Approach for Bengali Sentence Validation</a:t>
                      </a:r>
                    </a:p>
                    <a:p>
                      <a:r>
                        <a:rPr lang="en-US" sz="1200" kern="1200">
                          <a:solidFill>
                            <a:schemeClr val="accent5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PDF</a:t>
                      </a:r>
                      <a:endParaRPr lang="en-US" sz="1200" kern="1200">
                        <a:solidFill>
                          <a:schemeClr val="accent5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Juel Sikder, Prosenjit Chakraborty, Utpol Kanti Das, Krity Dhar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2024, Springer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Aim: </a:t>
                      </a:r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grammatical correctness checker for Bengali sentences</a:t>
                      </a:r>
                    </a:p>
                    <a:p>
                      <a:pPr algn="just"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Size</a:t>
                      </a:r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Bengali Sentence Validation dataset with ~5,000 sentences.</a:t>
                      </a:r>
                    </a:p>
                    <a:p>
                      <a:pPr algn="just">
                        <a:buNone/>
                      </a:pPr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Performance:</a:t>
                      </a: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Hybrid CNN + BiLSTM with POS tagging and linguistic rules. </a:t>
                      </a:r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Accuracy: ~98%, F1-Score: ~0.98, AUC: ~0.99</a:t>
                      </a:r>
                    </a:p>
                    <a:p>
                      <a:pPr algn="just">
                        <a:buNone/>
                      </a:pPr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Limitation:</a:t>
                      </a: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Struggles with idioms and nonstandard sentences.</a:t>
                      </a:r>
                    </a:p>
                    <a:p>
                      <a:pPr algn="just">
                        <a:buNone/>
                      </a:pPr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Language:</a:t>
                      </a: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Bangla.</a:t>
                      </a:r>
                    </a:p>
                    <a:p>
                      <a:pPr algn="just">
                        <a:buNone/>
                      </a:pPr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Align:</a:t>
                      </a: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POS and Classification.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62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200" b="1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3. </a:t>
                      </a:r>
                      <a:r>
                        <a:rPr lang="en-US" sz="1200" b="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BanglaBERT: </a:t>
                      </a:r>
                      <a:r>
                        <a:rPr lang="en-US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Language Model Pretraining and Benchmarks for Low-Resource Language Understanding Evaluation in Bangla</a:t>
                      </a:r>
                    </a:p>
                    <a:p>
                      <a:pPr algn="l"/>
                      <a:r>
                        <a:rPr lang="en-US" sz="1200" u="sng" kern="1200">
                          <a:solidFill>
                            <a:schemeClr val="accent5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PDF</a:t>
                      </a:r>
                      <a:r>
                        <a:rPr lang="en-US" sz="1200" u="sng" kern="1200">
                          <a:solidFill>
                            <a:schemeClr val="accent5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Abhik Bhattacharjee, Tahmid Hasan, Wasi Uddin Ahmad, Kazi Samin 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2022, NAACL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Aim: </a:t>
                      </a:r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BERT-based Natural Language Understanding model pretrained in Bangla. Benchmarked NLU tasks: Text classification, sequence labeling and span prediction.</a:t>
                      </a:r>
                    </a:p>
                    <a:p>
                      <a:pPr algn="just">
                        <a:buNone/>
                      </a:pPr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Size: </a:t>
                      </a:r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</a:t>
                      </a:r>
                      <a:r>
                        <a:rPr lang="en-US" sz="120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27.5 GB Bangla text from 110 websites</a:t>
                      </a: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algn="just">
                        <a:buNone/>
                      </a:pPr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</a:t>
                      </a:r>
                      <a:r>
                        <a:rPr lang="en-US" sz="1200" b="1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Performance</a:t>
                      </a:r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BanglaBERT - BERT model pretrained on Bangla text.</a:t>
                      </a:r>
                    </a:p>
                    <a:p>
                      <a:pPr algn="just">
                        <a:buNone/>
                      </a:pPr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Limitation:</a:t>
                      </a: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Limited to Bangla may not generalize well to other languages.</a:t>
                      </a:r>
                    </a:p>
                    <a:p>
                      <a:pPr algn="just">
                        <a:buNone/>
                      </a:pPr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Language:</a:t>
                      </a: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Bangla</a:t>
                      </a:r>
                    </a:p>
                    <a:p>
                      <a:pPr algn="just">
                        <a:buNone/>
                      </a:pPr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Align:</a:t>
                      </a: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POS tagging, idiom detection and general Bangla embeddings.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5078222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1A07EA-7714-E068-6B4B-7CE23CBD7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795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0D4DC-4E0F-4885-4276-2C9677722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26BD3-CEE9-AF50-D052-61C129EF1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57383"/>
            <a:ext cx="10058400" cy="776631"/>
          </a:xfrm>
          <a:ln w="38100">
            <a:noFill/>
          </a:ln>
        </p:spPr>
        <p:txBody>
          <a:bodyPr/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A3862E1-5A85-F6CB-0393-7E57904D8B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3535984"/>
              </p:ext>
            </p:extLst>
          </p:nvPr>
        </p:nvGraphicFramePr>
        <p:xfrm>
          <a:off x="1066800" y="1296249"/>
          <a:ext cx="10058400" cy="493776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2055962">
                  <a:extLst>
                    <a:ext uri="{9D8B030D-6E8A-4147-A177-3AD203B41FA5}">
                      <a16:colId xmlns:a16="http://schemas.microsoft.com/office/drawing/2014/main" val="1540709594"/>
                    </a:ext>
                  </a:extLst>
                </a:gridCol>
                <a:gridCol w="1216325">
                  <a:extLst>
                    <a:ext uri="{9D8B030D-6E8A-4147-A177-3AD203B41FA5}">
                      <a16:colId xmlns:a16="http://schemas.microsoft.com/office/drawing/2014/main" val="19322816"/>
                    </a:ext>
                  </a:extLst>
                </a:gridCol>
                <a:gridCol w="1224951">
                  <a:extLst>
                    <a:ext uri="{9D8B030D-6E8A-4147-A177-3AD203B41FA5}">
                      <a16:colId xmlns:a16="http://schemas.microsoft.com/office/drawing/2014/main" val="2350000573"/>
                    </a:ext>
                  </a:extLst>
                </a:gridCol>
                <a:gridCol w="5561162">
                  <a:extLst>
                    <a:ext uri="{9D8B030D-6E8A-4147-A177-3AD203B41FA5}">
                      <a16:colId xmlns:a16="http://schemas.microsoft.com/office/drawing/2014/main" val="4201095051"/>
                    </a:ext>
                  </a:extLst>
                </a:gridCol>
              </a:tblGrid>
              <a:tr h="454913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 AND PUBLISHER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FINDINGS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9320680"/>
                  </a:ext>
                </a:extLst>
              </a:tr>
              <a:tr h="822394">
                <a:tc>
                  <a:txBody>
                    <a:bodyPr/>
                    <a:lstStyle/>
                    <a:p>
                      <a:pPr algn="l"/>
                      <a:r>
                        <a:rPr lang="en-US" sz="1200" b="1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 </a:t>
                      </a:r>
                      <a:r>
                        <a:rPr lang="en-US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SemEval-2020 Task 4: Commonsense Validation and Explanation (ComVE)</a:t>
                      </a:r>
                    </a:p>
                    <a:p>
                      <a:pPr algn="l"/>
                      <a:r>
                        <a:rPr lang="en-US" sz="1200" u="sng" kern="1200">
                          <a:solidFill>
                            <a:schemeClr val="accent5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PDF</a:t>
                      </a:r>
                      <a:endParaRPr lang="en-US" sz="1200">
                        <a:solidFill>
                          <a:schemeClr val="accent5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C. Wang et al. (organizers)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2020, ACL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Aim: </a:t>
                      </a:r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test if AI can tell what makes sense in language and explain why it doesn’t and mimicking human commonsense reasoning.</a:t>
                      </a:r>
                    </a:p>
                    <a:p>
                      <a:pPr algn="just"/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Size</a:t>
                      </a: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ComVE sentence pairs with ~</a:t>
                      </a:r>
                      <a:r>
                        <a:rPr lang="en-US" sz="1200" b="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12,000</a:t>
                      </a: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instances.</a:t>
                      </a:r>
                    </a:p>
                    <a:p>
                      <a:pPr algn="just"/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Performance</a:t>
                      </a: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Subtask A: CN-HIT-IT.NLP – 97.0%, Subtask B: ECNU-SenseMaker – 95.0%, Subtask C: ANA – Human score 2.10/3, BUT-FIT – BLEU 22.4</a:t>
                      </a:r>
                    </a:p>
                    <a:p>
                      <a:pPr algn="just"/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Explanation generation still hard.</a:t>
                      </a:r>
                    </a:p>
                    <a:p>
                      <a:pPr algn="just"/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Language</a:t>
                      </a: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English.</a:t>
                      </a:r>
                    </a:p>
                    <a:p>
                      <a:pPr algn="just"/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Align: </a:t>
                      </a:r>
                      <a:r>
                        <a:rPr lang="en-US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Commonsense validation and explanation. 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62815"/>
                  </a:ext>
                </a:extLst>
              </a:tr>
              <a:tr h="822394">
                <a:tc>
                  <a:txBody>
                    <a:bodyPr/>
                    <a:lstStyle/>
                    <a:p>
                      <a:r>
                        <a:rPr lang="en-US" sz="1200" b="1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5. </a:t>
                      </a:r>
                      <a:r>
                        <a:rPr lang="en-US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An Empirical Framework of Idioms Translator From Bengali to English: Rule Based Approach</a:t>
                      </a:r>
                    </a:p>
                    <a:p>
                      <a:r>
                        <a:rPr lang="en-US" sz="1200" u="sng" kern="1200">
                          <a:solidFill>
                            <a:schemeClr val="accent5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PDF</a:t>
                      </a:r>
                      <a:endParaRPr lang="en-US" sz="1200">
                        <a:solidFill>
                          <a:schemeClr val="accent5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Khatun / Hussain — metadata varies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2019, Conference</a:t>
                      </a:r>
                    </a:p>
                    <a:p>
                      <a:pPr algn="l"/>
                      <a:r>
                        <a:rPr lang="en-US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2020,</a:t>
                      </a:r>
                    </a:p>
                    <a:p>
                      <a:pPr algn="l"/>
                      <a:r>
                        <a:rPr lang="en-US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ResearchGate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Aim: </a:t>
                      </a:r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develop a system for translating Bengali idiomic sentences into English using context-sensitive grammar and a top-down parsing algorithm.</a:t>
                      </a:r>
                    </a:p>
                    <a:p>
                      <a:pPr algn="just"/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Size</a:t>
                      </a: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Idiom-rich corpora with ~15,000 sentences.</a:t>
                      </a:r>
                    </a:p>
                    <a:p>
                      <a:pPr algn="just"/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Performance</a:t>
                      </a: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Rule-based idiom translation ≈ 85.33% accuracy.</a:t>
                      </a:r>
                    </a:p>
                    <a:p>
                      <a:pPr algn="just"/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Limited coverage and weak generalization.</a:t>
                      </a:r>
                    </a:p>
                    <a:p>
                      <a:pPr algn="just"/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Language</a:t>
                      </a: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Bangla → English.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Align: </a:t>
                      </a: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Idiom detection and </a:t>
                      </a:r>
                      <a:r>
                        <a:rPr lang="en-US" sz="1200" b="0">
                          <a:solidFill>
                            <a:srgbClr val="26262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replace the sentence with literal meaning.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4148382"/>
                  </a:ext>
                </a:extLst>
              </a:tr>
              <a:tr h="822394">
                <a:tc>
                  <a:txBody>
                    <a:bodyPr/>
                    <a:lstStyle/>
                    <a:p>
                      <a:r>
                        <a:rPr lang="en-US" sz="1200" b="1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6. </a:t>
                      </a:r>
                      <a:r>
                        <a:rPr lang="en-US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An ensemble model for classifying idioms and literal texts using BERT and RoBERTa</a:t>
                      </a:r>
                    </a:p>
                    <a:p>
                      <a:r>
                        <a:rPr lang="en-US" sz="1200" u="sng" kern="1200">
                          <a:solidFill>
                            <a:schemeClr val="accent5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PDF</a:t>
                      </a:r>
                      <a:endParaRPr lang="en-US" sz="1200" u="sng" kern="1200">
                        <a:solidFill>
                          <a:schemeClr val="accent5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J. Briskilal, C. N. Subalalitha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2022, Elsevier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Aim:</a:t>
                      </a:r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classify idiomatic and literal sentences using an ensemble of pre-trained transformer models.</a:t>
                      </a:r>
                    </a:p>
                    <a:p>
                      <a:pPr algn="just">
                        <a:buNone/>
                      </a:pPr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Size: </a:t>
                      </a:r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TroFi dataset with 3,737 sentences and 1,470 expert-annotated sentences.</a:t>
                      </a:r>
                    </a:p>
                    <a:p>
                      <a:pPr algn="just">
                        <a:buNone/>
                      </a:pPr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Models Performance: </a:t>
                      </a:r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BERT achieved 85% accuracy, RoBERTa achieved 88% accuracy and the ensemble model achieved 90% accuracy.</a:t>
                      </a:r>
                    </a:p>
                    <a:p>
                      <a:pPr algn="just">
                        <a:buNone/>
                      </a:pPr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Limitation: </a:t>
                      </a:r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only on binary idiom–literal classification</a:t>
                      </a:r>
                    </a:p>
                    <a:p>
                      <a:pPr algn="just">
                        <a:buNone/>
                      </a:pPr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Language: </a:t>
                      </a:r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English</a:t>
                      </a:r>
                    </a:p>
                    <a:p>
                      <a:pPr algn="just">
                        <a:buNone/>
                      </a:pPr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Align: </a:t>
                      </a:r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Idiom vs. literal sentence classification using transformer-based learning.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7677710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EEF84F-7628-2519-1848-CE6804511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183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91097-8D6C-5D4E-A316-1F10B766A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AACAF-8D94-F425-00F4-3A1C5ADFC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57383"/>
            <a:ext cx="10058400" cy="776631"/>
          </a:xfrm>
          <a:ln w="38100">
            <a:noFill/>
          </a:ln>
        </p:spPr>
        <p:txBody>
          <a:bodyPr/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7C0E3A8-452A-D044-EF03-9D66DB979A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7866035"/>
              </p:ext>
            </p:extLst>
          </p:nvPr>
        </p:nvGraphicFramePr>
        <p:xfrm>
          <a:off x="1066800" y="1296249"/>
          <a:ext cx="10058400" cy="521208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2055962">
                  <a:extLst>
                    <a:ext uri="{9D8B030D-6E8A-4147-A177-3AD203B41FA5}">
                      <a16:colId xmlns:a16="http://schemas.microsoft.com/office/drawing/2014/main" val="1540709594"/>
                    </a:ext>
                  </a:extLst>
                </a:gridCol>
                <a:gridCol w="1216325">
                  <a:extLst>
                    <a:ext uri="{9D8B030D-6E8A-4147-A177-3AD203B41FA5}">
                      <a16:colId xmlns:a16="http://schemas.microsoft.com/office/drawing/2014/main" val="19322816"/>
                    </a:ext>
                  </a:extLst>
                </a:gridCol>
                <a:gridCol w="1224951">
                  <a:extLst>
                    <a:ext uri="{9D8B030D-6E8A-4147-A177-3AD203B41FA5}">
                      <a16:colId xmlns:a16="http://schemas.microsoft.com/office/drawing/2014/main" val="2350000573"/>
                    </a:ext>
                  </a:extLst>
                </a:gridCol>
                <a:gridCol w="5561162">
                  <a:extLst>
                    <a:ext uri="{9D8B030D-6E8A-4147-A177-3AD203B41FA5}">
                      <a16:colId xmlns:a16="http://schemas.microsoft.com/office/drawing/2014/main" val="4201095051"/>
                    </a:ext>
                  </a:extLst>
                </a:gridCol>
              </a:tblGrid>
              <a:tr h="454913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 AND PUBLISHER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FINDINGS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9320680"/>
                  </a:ext>
                </a:extLst>
              </a:tr>
              <a:tr h="840595">
                <a:tc>
                  <a:txBody>
                    <a:bodyPr/>
                    <a:lstStyle/>
                    <a:p>
                      <a:pPr algn="l"/>
                      <a:r>
                        <a:rPr lang="en-US" sz="1200" b="1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7. </a:t>
                      </a:r>
                      <a:r>
                        <a:rPr lang="en-US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Parts of Speech Tagging in Bengali for MWEs Detection</a:t>
                      </a:r>
                    </a:p>
                    <a:p>
                      <a:pPr algn="l"/>
                      <a:r>
                        <a:rPr lang="en-US" sz="1200" u="sng" kern="1200">
                          <a:solidFill>
                            <a:schemeClr val="accent5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PDF</a:t>
                      </a:r>
                      <a:endParaRPr lang="en-US" sz="1200">
                        <a:solidFill>
                          <a:schemeClr val="accent5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Primary authors: Abedin, Purkayastha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~2015 (IJCA Volume 99), International Journal of Computer Applications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Aim: </a:t>
                      </a:r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 POS tagset and tagging approach for Bengali to detect Multiword. </a:t>
                      </a:r>
                    </a:p>
                    <a:p>
                      <a:pPr algn="just"/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Size: </a:t>
                      </a:r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explicitly large-scale (focus on tagset design + examples). </a:t>
                      </a:r>
                    </a:p>
                    <a:p>
                      <a:pPr algn="just"/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Performance: </a:t>
                      </a:r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Rule layered tagging approach effective for MWEs (Acc: 85%). </a:t>
                      </a:r>
                    </a:p>
                    <a:p>
                      <a:pPr algn="just"/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Limitation: </a:t>
                      </a:r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Rule-based and limited scalability. </a:t>
                      </a:r>
                    </a:p>
                    <a:p>
                      <a:pPr algn="just"/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Language: </a:t>
                      </a:r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Bangla. </a:t>
                      </a:r>
                    </a:p>
                    <a:p>
                      <a:pPr algn="just"/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Align: </a:t>
                      </a:r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Bangla-specific linguistic processing for MWEs/idioms.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62815"/>
                  </a:ext>
                </a:extLst>
              </a:tr>
              <a:tr h="822394">
                <a:tc>
                  <a:txBody>
                    <a:bodyPr/>
                    <a:lstStyle/>
                    <a:p>
                      <a:r>
                        <a:rPr lang="en-US" sz="1200" b="1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8. </a:t>
                      </a:r>
                      <a:r>
                        <a:rPr lang="en-US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TituLLMs: A Family of Bangla LLMs with Comprehensive Benchmarking</a:t>
                      </a:r>
                    </a:p>
                    <a:p>
                      <a:r>
                        <a:rPr lang="en-US" sz="1200" u="sng" kern="1200">
                          <a:solidFill>
                            <a:schemeClr val="accent5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PDF</a:t>
                      </a:r>
                      <a:endParaRPr lang="en-US" sz="1200">
                        <a:solidFill>
                          <a:schemeClr val="accent5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Shahriar Kabir Nahin et al.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2025 (arXiv 2502.11187; ACL Findings 2025)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Aim: </a:t>
                      </a:r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 first large pretrained Bangla LLMs from Llama-3.2 base. </a:t>
                      </a:r>
                    </a:p>
                    <a:p>
                      <a:pPr algn="just"/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Size: </a:t>
                      </a:r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new benchmarking datasets created. </a:t>
                      </a:r>
                    </a:p>
                    <a:p>
                      <a:pPr algn="just"/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Performance: </a:t>
                      </a:r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TituLLMs outperform base multilingual versions (Acc: 90%). </a:t>
                      </a:r>
                    </a:p>
                    <a:p>
                      <a:pPr algn="just"/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Limitation: </a:t>
                      </a:r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always superior to multilingual baselines on all tasks. </a:t>
                      </a:r>
                    </a:p>
                    <a:p>
                      <a:pPr algn="just"/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Language: </a:t>
                      </a:r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Bangla.</a:t>
                      </a:r>
                    </a:p>
                    <a:p>
                      <a:pPr algn="just"/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Align: </a:t>
                      </a:r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Bangla LLM pretraining + benchmarking.</a:t>
                      </a:r>
                      <a:endParaRPr lang="en-US" sz="1200" b="0">
                        <a:solidFill>
                          <a:srgbClr val="26262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4148382"/>
                  </a:ext>
                </a:extLst>
              </a:tr>
              <a:tr h="615805">
                <a:tc>
                  <a:txBody>
                    <a:bodyPr/>
                    <a:lstStyle/>
                    <a:p>
                      <a:r>
                        <a:rPr lang="en-US" sz="1200" b="1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9. </a:t>
                      </a:r>
                      <a:r>
                        <a:rPr lang="en-US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CROW: Benchmarking Commonsense Reasoning in Real-World Tasks</a:t>
                      </a:r>
                    </a:p>
                    <a:p>
                      <a:r>
                        <a:rPr lang="en-US" sz="1200" u="sng" kern="1200">
                          <a:solidFill>
                            <a:schemeClr val="accent5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PDF</a:t>
                      </a:r>
                      <a:endParaRPr lang="en-US" sz="1200" u="sng" kern="1200">
                        <a:solidFill>
                          <a:schemeClr val="accent5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Mete Ismayilzada et al.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2023, EMNLP (arXiv 2310.15239)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Aim: </a:t>
                      </a:r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 multi-task benchmark evaluating commonsense.</a:t>
                      </a:r>
                    </a:p>
                    <a:p>
                      <a:pPr algn="just">
                        <a:buNone/>
                      </a:pPr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Size: </a:t>
                      </a:r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Manually curated multi-task set (details in paper: several subtasks). </a:t>
                      </a:r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Performance: </a:t>
                      </a:r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State-of-the-art models tested and highlights gaps (Acc: 85%). </a:t>
                      </a:r>
                    </a:p>
                    <a:p>
                      <a:pPr algn="just">
                        <a:buNone/>
                      </a:pPr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Limitation: </a:t>
                      </a:r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 on evaluation benchmark, not new model training. </a:t>
                      </a:r>
                    </a:p>
                    <a:p>
                      <a:pPr algn="just">
                        <a:buNone/>
                      </a:pPr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Language: </a:t>
                      </a:r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English</a:t>
                      </a:r>
                    </a:p>
                    <a:p>
                      <a:pPr algn="just">
                        <a:buNone/>
                      </a:pPr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Align: </a:t>
                      </a:r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Commonsense reasoning benchmarking in applied tasks.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7677710"/>
                  </a:ext>
                </a:extLst>
              </a:tr>
              <a:tr h="615805">
                <a:tc>
                  <a:txBody>
                    <a:bodyPr/>
                    <a:lstStyle/>
                    <a:p>
                      <a:pPr algn="l"/>
                      <a:r>
                        <a:rPr lang="en-US" sz="1200" b="1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10. </a:t>
                      </a:r>
                      <a:r>
                        <a:rPr lang="en-US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“I’m Not Mad”: Commonsense Implications of Negation and Contradiction</a:t>
                      </a:r>
                    </a:p>
                    <a:p>
                      <a:pPr algn="l"/>
                      <a:r>
                        <a:rPr lang="en-US" sz="1200" u="sng" kern="1200">
                          <a:solidFill>
                            <a:schemeClr val="accent5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PDF</a:t>
                      </a:r>
                      <a:endParaRPr lang="en-US" sz="1200">
                        <a:solidFill>
                          <a:schemeClr val="accent5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Liwei Jiang, Antoine Bosselut, Chandra Bhagavatula, Yejin Choi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2021, NAACL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Aim: </a:t>
                      </a:r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 ANION dataset for commonsense implications under negation. </a:t>
                      </a:r>
                    </a:p>
                    <a:p>
                      <a:pPr algn="just"/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Size: </a:t>
                      </a:r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Curated examples of negated/contradictory statements. </a:t>
                      </a:r>
                    </a:p>
                    <a:p>
                      <a:pPr algn="just"/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Performance: </a:t>
                      </a:r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Models struggle with nuanced implications (Acc: 90%). </a:t>
                      </a:r>
                    </a:p>
                    <a:p>
                      <a:pPr algn="just"/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Limitation: </a:t>
                      </a:r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English-focused; negation handling remains hard for NLI models. </a:t>
                      </a:r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Language: </a:t>
                      </a:r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English. </a:t>
                      </a:r>
                    </a:p>
                    <a:p>
                      <a:pPr algn="just"/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Align: </a:t>
                      </a:r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Commonsense inference in contradictory/negated language.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2416892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F3337F-B0F3-C14B-F014-3F5DF9B6D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746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F2392-2F5A-1D07-92E4-D9DDA091E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E114418-7C5A-5372-107D-DB713DDB6E2B}"/>
              </a:ext>
            </a:extLst>
          </p:cNvPr>
          <p:cNvCxnSpPr>
            <a:cxnSpLocks/>
            <a:stCxn id="47" idx="3"/>
            <a:endCxn id="52" idx="1"/>
          </p:cNvCxnSpPr>
          <p:nvPr/>
        </p:nvCxnSpPr>
        <p:spPr>
          <a:xfrm flipV="1">
            <a:off x="7162377" y="1745935"/>
            <a:ext cx="1826467" cy="18597"/>
          </a:xfrm>
          <a:prstGeom prst="straightConnector1">
            <a:avLst/>
          </a:prstGeom>
          <a:ln w="57150">
            <a:headEnd type="diamond" w="med" len="med"/>
            <a:tailEnd type="triangle" w="med" len="med"/>
          </a:ln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B6912A24-D86C-621A-3280-0F3D79E44761}"/>
              </a:ext>
            </a:extLst>
          </p:cNvPr>
          <p:cNvCxnSpPr>
            <a:cxnSpLocks/>
            <a:stCxn id="50" idx="6"/>
            <a:endCxn id="59" idx="2"/>
          </p:cNvCxnSpPr>
          <p:nvPr/>
        </p:nvCxnSpPr>
        <p:spPr>
          <a:xfrm flipV="1">
            <a:off x="7085212" y="1969072"/>
            <a:ext cx="990399" cy="2122724"/>
          </a:xfrm>
          <a:prstGeom prst="bentConnector2">
            <a:avLst/>
          </a:prstGeom>
          <a:ln w="57150">
            <a:headEnd type="diamond" w="med" len="med"/>
            <a:tailEnd type="triangle" w="med" len="med"/>
          </a:ln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4" name="Title 1">
            <a:extLst>
              <a:ext uri="{FF2B5EF4-FFF2-40B4-BE49-F238E27FC236}">
                <a16:creationId xmlns:a16="http://schemas.microsoft.com/office/drawing/2014/main" id="{609E5F3C-F136-5EDF-A240-B4CAE997AB04}"/>
              </a:ext>
            </a:extLst>
          </p:cNvPr>
          <p:cNvSpPr txBox="1">
            <a:spLocks/>
          </p:cNvSpPr>
          <p:nvPr/>
        </p:nvSpPr>
        <p:spPr>
          <a:xfrm>
            <a:off x="1066800" y="316694"/>
            <a:ext cx="10058400" cy="685874"/>
          </a:xfrm>
          <a:prstGeom prst="rect">
            <a:avLst/>
          </a:prstGeom>
          <a:ln w="38100">
            <a:noFill/>
          </a:ln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7200" b="1" kern="1200" cap="all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11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C28EBDC-AE90-1D19-BDA7-A9A24CA0FC94}"/>
              </a:ext>
            </a:extLst>
          </p:cNvPr>
          <p:cNvSpPr/>
          <p:nvPr/>
        </p:nvSpPr>
        <p:spPr>
          <a:xfrm>
            <a:off x="8802898" y="5358235"/>
            <a:ext cx="2933110" cy="751872"/>
          </a:xfrm>
          <a:prstGeom prst="ellipse">
            <a:avLst/>
          </a:prstGeom>
          <a:solidFill>
            <a:schemeClr val="bg2"/>
          </a:solidFill>
          <a:ln w="57150">
            <a:solidFill>
              <a:schemeClr val="accent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100" b="1">
                <a:solidFill>
                  <a:schemeClr val="tx1"/>
                </a:solidFill>
                <a:latin typeface="Bell MT" panose="02020503060305020303" pitchFamily="18" charset="0"/>
              </a:rPr>
              <a:t>7. </a:t>
            </a:r>
            <a:r>
              <a:rPr lang="en-US" sz="1100" b="1" u="sng">
                <a:solidFill>
                  <a:schemeClr val="tx1"/>
                </a:solidFill>
                <a:latin typeface="Bell MT" panose="02020503060305020303" pitchFamily="18" charset="0"/>
              </a:rPr>
              <a:t>SAVE AND EVALUATE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3D6DB04D-FA0D-C2D4-5DAC-84022DFCB52F}"/>
              </a:ext>
            </a:extLst>
          </p:cNvPr>
          <p:cNvSpPr/>
          <p:nvPr/>
        </p:nvSpPr>
        <p:spPr>
          <a:xfrm>
            <a:off x="4159177" y="5166671"/>
            <a:ext cx="2659911" cy="916974"/>
          </a:xfrm>
          <a:prstGeom prst="roundRect">
            <a:avLst/>
          </a:prstGeom>
          <a:solidFill>
            <a:schemeClr val="bg2"/>
          </a:solidFill>
          <a:ln w="57150">
            <a:solidFill>
              <a:schemeClr val="accent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100" b="1">
                <a:solidFill>
                  <a:schemeClr val="tx1"/>
                </a:solidFill>
                <a:latin typeface="Bell MT" panose="02020503060305020303" pitchFamily="18" charset="0"/>
              </a:rPr>
              <a:t>2. </a:t>
            </a:r>
            <a:r>
              <a:rPr lang="en-US" sz="1100" b="1" u="sng">
                <a:solidFill>
                  <a:schemeClr val="tx1"/>
                </a:solidFill>
                <a:latin typeface="Bell MT" panose="02020503060305020303" pitchFamily="18" charset="0"/>
              </a:rPr>
              <a:t>FEATURE EXTRACTION</a:t>
            </a:r>
            <a:endParaRPr lang="en-US" sz="1100" b="1">
              <a:solidFill>
                <a:schemeClr val="tx1"/>
              </a:solidFill>
              <a:latin typeface="Bell MT" panose="02020503060305020303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1100">
                <a:solidFill>
                  <a:schemeClr val="tx1"/>
                </a:solidFill>
                <a:latin typeface="Bell MT" panose="02020503060305020303" pitchFamily="18" charset="0"/>
              </a:rPr>
              <a:t>TF-IDF, Word Embeddings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F135A9D4-D253-39D8-2EDA-B706D00F41D9}"/>
              </a:ext>
            </a:extLst>
          </p:cNvPr>
          <p:cNvSpPr/>
          <p:nvPr/>
        </p:nvSpPr>
        <p:spPr>
          <a:xfrm>
            <a:off x="3815887" y="1137193"/>
            <a:ext cx="3346490" cy="1254678"/>
          </a:xfrm>
          <a:prstGeom prst="roundRect">
            <a:avLst/>
          </a:prstGeom>
          <a:solidFill>
            <a:schemeClr val="bg2"/>
          </a:solidFill>
          <a:ln w="57150">
            <a:solidFill>
              <a:schemeClr val="accent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100" b="1">
                <a:solidFill>
                  <a:schemeClr val="tx1"/>
                </a:solidFill>
                <a:latin typeface="Bell MT" panose="02020503060305020303" pitchFamily="18" charset="0"/>
              </a:rPr>
              <a:t>4. </a:t>
            </a:r>
            <a:r>
              <a:rPr lang="en-US" sz="1100" b="1" u="sng">
                <a:solidFill>
                  <a:schemeClr val="tx1"/>
                </a:solidFill>
                <a:latin typeface="Bell MT" panose="02020503060305020303" pitchFamily="18" charset="0"/>
              </a:rPr>
              <a:t>CLASSIFICATION</a:t>
            </a:r>
            <a:endParaRPr lang="en-US" sz="1100" b="1">
              <a:solidFill>
                <a:schemeClr val="tx1"/>
              </a:solidFill>
              <a:latin typeface="Bell MT" panose="02020503060305020303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1100" b="1">
                <a:solidFill>
                  <a:schemeClr val="tx1"/>
                </a:solidFill>
                <a:latin typeface="Bell MT" panose="02020503060305020303" pitchFamily="18" charset="0"/>
              </a:rPr>
              <a:t>ML: </a:t>
            </a:r>
            <a:r>
              <a:rPr lang="en-US" sz="1100">
                <a:solidFill>
                  <a:schemeClr val="tx1"/>
                </a:solidFill>
                <a:latin typeface="Bell MT" panose="02020503060305020303" pitchFamily="18" charset="0"/>
              </a:rPr>
              <a:t>SVM, LR, NB, ENSEMBLE</a:t>
            </a:r>
            <a:endParaRPr lang="en-US" sz="1100" u="sng">
              <a:solidFill>
                <a:schemeClr val="tx1"/>
              </a:solidFill>
              <a:latin typeface="Bell MT" panose="02020503060305020303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1100" b="1">
                <a:solidFill>
                  <a:schemeClr val="tx1"/>
                </a:solidFill>
                <a:latin typeface="Bell MT" panose="02020503060305020303" pitchFamily="18" charset="0"/>
              </a:rPr>
              <a:t>DL: </a:t>
            </a:r>
            <a:r>
              <a:rPr lang="en-US" sz="1100">
                <a:solidFill>
                  <a:schemeClr val="tx1"/>
                </a:solidFill>
                <a:latin typeface="Bell MT" panose="02020503060305020303" pitchFamily="18" charset="0"/>
              </a:rPr>
              <a:t>BILSTM, BIGRU, CNN, DNN, ENSEMBLE</a:t>
            </a:r>
          </a:p>
          <a:p>
            <a:pPr algn="ctr">
              <a:lnSpc>
                <a:spcPct val="150000"/>
              </a:lnSpc>
            </a:pPr>
            <a:r>
              <a:rPr lang="en-US" sz="1100" b="1">
                <a:solidFill>
                  <a:schemeClr val="tx1"/>
                </a:solidFill>
                <a:latin typeface="Bell MT" panose="02020503060305020303" pitchFamily="18" charset="0"/>
              </a:rPr>
              <a:t>TRANSFORMER:</a:t>
            </a:r>
            <a:r>
              <a:rPr lang="en-US" sz="1100">
                <a:solidFill>
                  <a:schemeClr val="tx1"/>
                </a:solidFill>
                <a:latin typeface="Bell MT" panose="02020503060305020303" pitchFamily="18" charset="0"/>
              </a:rPr>
              <a:t> BanglaBERT, XLMR, mBERT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412B3145-0424-C597-B424-220F5E3EFB3E}"/>
              </a:ext>
            </a:extLst>
          </p:cNvPr>
          <p:cNvSpPr/>
          <p:nvPr/>
        </p:nvSpPr>
        <p:spPr>
          <a:xfrm>
            <a:off x="550994" y="3495552"/>
            <a:ext cx="2470366" cy="1177238"/>
          </a:xfrm>
          <a:prstGeom prst="roundRect">
            <a:avLst/>
          </a:prstGeom>
          <a:solidFill>
            <a:schemeClr val="bg2"/>
          </a:solidFill>
          <a:ln w="57150">
            <a:solidFill>
              <a:schemeClr val="accent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100" b="1">
                <a:solidFill>
                  <a:schemeClr val="tx1"/>
                </a:solidFill>
                <a:latin typeface="Bell MT" panose="02020503060305020303" pitchFamily="18" charset="0"/>
              </a:rPr>
              <a:t>1 </a:t>
            </a:r>
            <a:r>
              <a:rPr lang="en-US" sz="1100" b="1" u="sng">
                <a:solidFill>
                  <a:schemeClr val="tx1"/>
                </a:solidFill>
                <a:latin typeface="Bell MT" panose="02020503060305020303" pitchFamily="18" charset="0"/>
              </a:rPr>
              <a:t>PREPROCESSING</a:t>
            </a:r>
          </a:p>
          <a:p>
            <a:pPr algn="ctr">
              <a:lnSpc>
                <a:spcPct val="150000"/>
              </a:lnSpc>
            </a:pPr>
            <a:r>
              <a:rPr lang="en-US" sz="1100">
                <a:solidFill>
                  <a:schemeClr val="tx1"/>
                </a:solidFill>
                <a:latin typeface="Bell MT" panose="02020503060305020303" pitchFamily="18" charset="0"/>
              </a:rPr>
              <a:t>Unicode Normalization,  Punctuation Unification, Tokenization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2F3401C3-E0D7-00A2-BEFF-415DD0718083}"/>
              </a:ext>
            </a:extLst>
          </p:cNvPr>
          <p:cNvSpPr/>
          <p:nvPr/>
        </p:nvSpPr>
        <p:spPr>
          <a:xfrm>
            <a:off x="8735548" y="3419710"/>
            <a:ext cx="3049206" cy="1307968"/>
          </a:xfrm>
          <a:prstGeom prst="roundRect">
            <a:avLst/>
          </a:prstGeom>
          <a:solidFill>
            <a:schemeClr val="bg2"/>
          </a:solidFill>
          <a:ln w="57150">
            <a:solidFill>
              <a:schemeClr val="accent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100" b="1">
                <a:solidFill>
                  <a:schemeClr val="tx1"/>
                </a:solidFill>
                <a:latin typeface="Bell MT" panose="02020503060305020303" pitchFamily="18" charset="0"/>
              </a:rPr>
              <a:t>6. </a:t>
            </a:r>
            <a:r>
              <a:rPr lang="en-US" sz="1100" b="1" u="sng">
                <a:solidFill>
                  <a:schemeClr val="tx1"/>
                </a:solidFill>
                <a:latin typeface="Bell MT" panose="02020503060305020303" pitchFamily="18" charset="0"/>
              </a:rPr>
              <a:t>EVALUTION</a:t>
            </a:r>
          </a:p>
          <a:p>
            <a:pPr algn="ctr">
              <a:lnSpc>
                <a:spcPct val="150000"/>
              </a:lnSpc>
            </a:pPr>
            <a:r>
              <a:rPr lang="en-US" sz="1100">
                <a:solidFill>
                  <a:schemeClr val="tx1"/>
                </a:solidFill>
                <a:latin typeface="Bell MT" panose="02020503060305020303" pitchFamily="18" charset="0"/>
              </a:rPr>
              <a:t>Accuracy, F1, ROC-AUC For Classification</a:t>
            </a:r>
          </a:p>
          <a:p>
            <a:pPr algn="ctr">
              <a:lnSpc>
                <a:spcPct val="150000"/>
              </a:lnSpc>
            </a:pPr>
            <a:r>
              <a:rPr lang="en-US" sz="1100">
                <a:solidFill>
                  <a:schemeClr val="tx1"/>
                </a:solidFill>
                <a:latin typeface="Bell MT" panose="02020503060305020303" pitchFamily="18" charset="0"/>
              </a:rPr>
              <a:t>BLEU/ROUGE For Explanation</a:t>
            </a:r>
          </a:p>
          <a:p>
            <a:pPr algn="ctr">
              <a:lnSpc>
                <a:spcPct val="150000"/>
              </a:lnSpc>
            </a:pPr>
            <a:r>
              <a:rPr lang="en-US" sz="1100">
                <a:solidFill>
                  <a:schemeClr val="tx1"/>
                </a:solidFill>
                <a:latin typeface="Bell MT" panose="02020503060305020303" pitchFamily="18" charset="0"/>
              </a:rPr>
              <a:t>AND Matrics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D60B341A-FD3E-D81C-E994-FFCF7CD9C877}"/>
              </a:ext>
            </a:extLst>
          </p:cNvPr>
          <p:cNvSpPr/>
          <p:nvPr/>
        </p:nvSpPr>
        <p:spPr>
          <a:xfrm>
            <a:off x="3893052" y="3550758"/>
            <a:ext cx="3192160" cy="1082076"/>
          </a:xfrm>
          <a:prstGeom prst="ellipse">
            <a:avLst/>
          </a:prstGeom>
          <a:solidFill>
            <a:schemeClr val="bg2"/>
          </a:solidFill>
          <a:ln w="57150">
            <a:solidFill>
              <a:schemeClr val="accent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100" b="1">
                <a:solidFill>
                  <a:schemeClr val="tx1"/>
                </a:solidFill>
                <a:latin typeface="Bell MT" panose="02020503060305020303" pitchFamily="18" charset="0"/>
              </a:rPr>
              <a:t>3. </a:t>
            </a:r>
            <a:r>
              <a:rPr lang="en-US" sz="1100" b="1" u="sng">
                <a:solidFill>
                  <a:schemeClr val="tx1"/>
                </a:solidFill>
                <a:latin typeface="Bell MT" panose="02020503060305020303" pitchFamily="18" charset="0"/>
              </a:rPr>
              <a:t>SPLIT DATASET</a:t>
            </a:r>
          </a:p>
          <a:p>
            <a:pPr algn="ctr">
              <a:lnSpc>
                <a:spcPct val="150000"/>
              </a:lnSpc>
            </a:pPr>
            <a:r>
              <a:rPr lang="en-US" sz="1100">
                <a:solidFill>
                  <a:schemeClr val="tx1"/>
                </a:solidFill>
                <a:latin typeface="Bell MT" panose="02020503060305020303" pitchFamily="18" charset="0"/>
              </a:rPr>
              <a:t>(Train 70% - Val 15% - Test 15%)</a:t>
            </a:r>
          </a:p>
        </p:txBody>
      </p:sp>
      <p:sp>
        <p:nvSpPr>
          <p:cNvPr id="51" name="Cube 50">
            <a:extLst>
              <a:ext uri="{FF2B5EF4-FFF2-40B4-BE49-F238E27FC236}">
                <a16:creationId xmlns:a16="http://schemas.microsoft.com/office/drawing/2014/main" id="{505BED78-A8C0-82E2-A811-80DF37614F02}"/>
              </a:ext>
            </a:extLst>
          </p:cNvPr>
          <p:cNvSpPr/>
          <p:nvPr/>
        </p:nvSpPr>
        <p:spPr>
          <a:xfrm>
            <a:off x="1281424" y="1355001"/>
            <a:ext cx="1228287" cy="879242"/>
          </a:xfrm>
          <a:prstGeom prst="cube">
            <a:avLst/>
          </a:prstGeom>
          <a:solidFill>
            <a:schemeClr val="bg2"/>
          </a:solidFill>
          <a:ln w="571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100" b="1" u="sng">
                <a:solidFill>
                  <a:schemeClr val="tx1"/>
                </a:solidFill>
                <a:latin typeface="Bell MT" panose="02020503060305020303" pitchFamily="18" charset="0"/>
              </a:rPr>
              <a:t>DATASET</a:t>
            </a:r>
          </a:p>
          <a:p>
            <a:pPr algn="ctr">
              <a:lnSpc>
                <a:spcPct val="150000"/>
              </a:lnSpc>
            </a:pPr>
            <a:r>
              <a:rPr lang="en-US" sz="1100">
                <a:solidFill>
                  <a:schemeClr val="tx1"/>
                </a:solidFill>
                <a:latin typeface="Bell MT" panose="02020503060305020303" pitchFamily="18" charset="0"/>
              </a:rPr>
              <a:t>Text : 15k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29F040B5-C01A-6658-D5A7-26B54E78C96E}"/>
              </a:ext>
            </a:extLst>
          </p:cNvPr>
          <p:cNvSpPr/>
          <p:nvPr/>
        </p:nvSpPr>
        <p:spPr>
          <a:xfrm>
            <a:off x="8988844" y="1002568"/>
            <a:ext cx="2612593" cy="1486733"/>
          </a:xfrm>
          <a:prstGeom prst="roundRect">
            <a:avLst/>
          </a:prstGeom>
          <a:solidFill>
            <a:schemeClr val="bg2"/>
          </a:solidFill>
          <a:ln w="57150">
            <a:solidFill>
              <a:schemeClr val="accent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100" b="1">
                <a:solidFill>
                  <a:schemeClr val="tx1"/>
                </a:solidFill>
                <a:latin typeface="Bell MT" panose="02020503060305020303" pitchFamily="18" charset="0"/>
              </a:rPr>
              <a:t>5. </a:t>
            </a:r>
            <a:r>
              <a:rPr lang="en-US" sz="1100" b="1" u="sng">
                <a:solidFill>
                  <a:schemeClr val="tx1"/>
                </a:solidFill>
                <a:latin typeface="Bell MT" panose="02020503060305020303" pitchFamily="18" charset="0"/>
              </a:rPr>
              <a:t>REASONING GENERATION</a:t>
            </a:r>
          </a:p>
          <a:p>
            <a:pPr algn="ctr">
              <a:lnSpc>
                <a:spcPct val="150000"/>
              </a:lnSpc>
            </a:pPr>
            <a:r>
              <a:rPr lang="en-US" sz="1100">
                <a:solidFill>
                  <a:schemeClr val="tx1"/>
                </a:solidFill>
                <a:latin typeface="Bell MT" panose="02020503060305020303" pitchFamily="18" charset="0"/>
              </a:rPr>
              <a:t>Gold + Pseudo Labels</a:t>
            </a:r>
          </a:p>
          <a:p>
            <a:pPr algn="ctr">
              <a:lnSpc>
                <a:spcPct val="150000"/>
              </a:lnSpc>
            </a:pPr>
            <a:r>
              <a:rPr lang="en-US" sz="1100">
                <a:solidFill>
                  <a:schemeClr val="tx1"/>
                </a:solidFill>
                <a:latin typeface="Bell MT" panose="02020503060305020303" pitchFamily="18" charset="0"/>
              </a:rPr>
              <a:t>Template-Based Explanations</a:t>
            </a:r>
          </a:p>
          <a:p>
            <a:pPr algn="ctr">
              <a:lnSpc>
                <a:spcPct val="150000"/>
              </a:lnSpc>
            </a:pPr>
            <a:r>
              <a:rPr lang="en-US" sz="1100">
                <a:solidFill>
                  <a:schemeClr val="tx1"/>
                </a:solidFill>
                <a:latin typeface="Bell MT" panose="02020503060305020303" pitchFamily="18" charset="0"/>
              </a:rPr>
              <a:t>Neural Rewriter (Bangla T5)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054F5DA-097F-C6D5-0D4E-DEB4D9F414EE}"/>
              </a:ext>
            </a:extLst>
          </p:cNvPr>
          <p:cNvCxnSpPr>
            <a:cxnSpLocks/>
            <a:stCxn id="49" idx="2"/>
            <a:endCxn id="45" idx="0"/>
          </p:cNvCxnSpPr>
          <p:nvPr/>
        </p:nvCxnSpPr>
        <p:spPr>
          <a:xfrm>
            <a:off x="10260151" y="4727678"/>
            <a:ext cx="9302" cy="630557"/>
          </a:xfrm>
          <a:prstGeom prst="straightConnector1">
            <a:avLst/>
          </a:prstGeom>
          <a:ln w="57150">
            <a:headEnd type="diamond" w="med" len="med"/>
            <a:tailEnd type="triangle" w="med" len="med"/>
          </a:ln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F3EA1578-47E9-304C-E3B6-267B6C268B0B}"/>
              </a:ext>
            </a:extLst>
          </p:cNvPr>
          <p:cNvSpPr txBox="1"/>
          <p:nvPr/>
        </p:nvSpPr>
        <p:spPr>
          <a:xfrm>
            <a:off x="7647769" y="2972691"/>
            <a:ext cx="855684" cy="261610"/>
          </a:xfrm>
          <a:prstGeom prst="rect">
            <a:avLst/>
          </a:prstGeom>
          <a:solidFill>
            <a:schemeClr val="bg2"/>
          </a:solidFill>
          <a:ln w="57150">
            <a:solidFill>
              <a:schemeClr val="accent6"/>
            </a:solidFill>
            <a:prstDash val="solid"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sz="1100" b="1">
                <a:latin typeface="Bell MT" panose="02020503060305020303" pitchFamily="18" charset="0"/>
              </a:rPr>
              <a:t>TEST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48BEB4CE-2E49-296A-0994-9067EA199AD2}"/>
              </a:ext>
            </a:extLst>
          </p:cNvPr>
          <p:cNvCxnSpPr>
            <a:cxnSpLocks/>
            <a:stCxn id="52" idx="2"/>
            <a:endCxn id="49" idx="0"/>
          </p:cNvCxnSpPr>
          <p:nvPr/>
        </p:nvCxnSpPr>
        <p:spPr>
          <a:xfrm flipH="1">
            <a:off x="10260151" y="2489301"/>
            <a:ext cx="34990" cy="930409"/>
          </a:xfrm>
          <a:prstGeom prst="straightConnector1">
            <a:avLst/>
          </a:prstGeom>
          <a:ln w="57150">
            <a:headEnd type="diamond" w="med" len="med"/>
            <a:tailEnd type="triangle" w="med" len="med"/>
          </a:ln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0C038DA-C81D-FAB8-A9BF-8AE63F371B93}"/>
              </a:ext>
            </a:extLst>
          </p:cNvPr>
          <p:cNvCxnSpPr>
            <a:cxnSpLocks/>
            <a:stCxn id="46" idx="0"/>
            <a:endCxn id="50" idx="4"/>
          </p:cNvCxnSpPr>
          <p:nvPr/>
        </p:nvCxnSpPr>
        <p:spPr>
          <a:xfrm flipH="1" flipV="1">
            <a:off x="5489132" y="4632834"/>
            <a:ext cx="1" cy="533837"/>
          </a:xfrm>
          <a:prstGeom prst="straightConnector1">
            <a:avLst/>
          </a:prstGeom>
          <a:ln w="57150">
            <a:headEnd type="diamond" w="med" len="med"/>
            <a:tailEnd type="triangle" w="med" len="med"/>
          </a:ln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0725240-8A4B-D5F9-6C15-3F81A0FB8D06}"/>
              </a:ext>
            </a:extLst>
          </p:cNvPr>
          <p:cNvCxnSpPr>
            <a:cxnSpLocks/>
            <a:stCxn id="50" idx="0"/>
            <a:endCxn id="47" idx="2"/>
          </p:cNvCxnSpPr>
          <p:nvPr/>
        </p:nvCxnSpPr>
        <p:spPr>
          <a:xfrm flipV="1">
            <a:off x="5489132" y="2391871"/>
            <a:ext cx="0" cy="1158887"/>
          </a:xfrm>
          <a:prstGeom prst="straightConnector1">
            <a:avLst/>
          </a:prstGeom>
          <a:ln w="57150">
            <a:headEnd type="diamond" w="med" len="med"/>
            <a:tailEnd type="triangle" w="med" len="med"/>
          </a:ln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7506F8E6-C040-CC97-9C7A-4EF98463ECB1}"/>
              </a:ext>
            </a:extLst>
          </p:cNvPr>
          <p:cNvSpPr txBox="1"/>
          <p:nvPr/>
        </p:nvSpPr>
        <p:spPr>
          <a:xfrm>
            <a:off x="4891736" y="2971314"/>
            <a:ext cx="1194789" cy="261610"/>
          </a:xfrm>
          <a:prstGeom prst="rect">
            <a:avLst/>
          </a:prstGeom>
          <a:solidFill>
            <a:schemeClr val="bg2"/>
          </a:solidFill>
          <a:ln w="57150">
            <a:solidFill>
              <a:schemeClr val="accent6"/>
            </a:solidFill>
            <a:prstDash val="solid"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sz="1100" b="1">
                <a:latin typeface="Bell MT" panose="02020503060305020303" pitchFamily="18" charset="0"/>
              </a:rPr>
              <a:t>TRAIN + VAL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415A367-FB61-DD87-54E9-E235B14CE625}"/>
              </a:ext>
            </a:extLst>
          </p:cNvPr>
          <p:cNvSpPr txBox="1"/>
          <p:nvPr/>
        </p:nvSpPr>
        <p:spPr>
          <a:xfrm>
            <a:off x="7611233" y="1538185"/>
            <a:ext cx="928755" cy="430887"/>
          </a:xfrm>
          <a:prstGeom prst="rect">
            <a:avLst/>
          </a:prstGeom>
          <a:solidFill>
            <a:schemeClr val="bg2"/>
          </a:solidFill>
          <a:ln w="57150">
            <a:solidFill>
              <a:schemeClr val="accent6"/>
            </a:solidFill>
            <a:prstDash val="solid"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sz="1100" b="1">
                <a:latin typeface="Bell MT" panose="02020503060305020303" pitchFamily="18" charset="0"/>
              </a:rPr>
              <a:t>TRAINED MODEL</a:t>
            </a:r>
          </a:p>
        </p:txBody>
      </p: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62463273-5272-A40B-7B1E-99EA82991D8C}"/>
              </a:ext>
            </a:extLst>
          </p:cNvPr>
          <p:cNvCxnSpPr>
            <a:cxnSpLocks/>
            <a:stCxn id="48" idx="2"/>
            <a:endCxn id="46" idx="1"/>
          </p:cNvCxnSpPr>
          <p:nvPr/>
        </p:nvCxnSpPr>
        <p:spPr>
          <a:xfrm rot="16200000" flipH="1">
            <a:off x="2496493" y="3962474"/>
            <a:ext cx="952368" cy="2373000"/>
          </a:xfrm>
          <a:prstGeom prst="bentConnector2">
            <a:avLst/>
          </a:prstGeom>
          <a:ln w="57150">
            <a:headEnd type="diamond" w="med" len="med"/>
            <a:tailEnd type="triangle" w="med" len="med"/>
          </a:ln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A637FE0-2C81-9860-9527-10AB32764E4C}"/>
              </a:ext>
            </a:extLst>
          </p:cNvPr>
          <p:cNvCxnSpPr>
            <a:cxnSpLocks/>
            <a:stCxn id="51" idx="3"/>
            <a:endCxn id="48" idx="0"/>
          </p:cNvCxnSpPr>
          <p:nvPr/>
        </p:nvCxnSpPr>
        <p:spPr>
          <a:xfrm>
            <a:off x="1785662" y="2234243"/>
            <a:ext cx="515" cy="1261309"/>
          </a:xfrm>
          <a:prstGeom prst="straightConnector1">
            <a:avLst/>
          </a:prstGeom>
          <a:ln w="57150">
            <a:headEnd type="diamond" w="med" len="med"/>
            <a:tailEnd type="triangle" w="med" len="med"/>
          </a:ln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928CAE-7D28-D1B9-0AD4-9238AB050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FB72FF-0DD5-B250-042D-49EF37AD70C9}"/>
              </a:ext>
            </a:extLst>
          </p:cNvPr>
          <p:cNvSpPr txBox="1"/>
          <p:nvPr/>
        </p:nvSpPr>
        <p:spPr>
          <a:xfrm>
            <a:off x="1566261" y="6198190"/>
            <a:ext cx="7845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Figure 1: Methodology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1251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5F91B-F5DC-7802-0EC9-096155295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120F2-7148-2F31-9810-9E3C75344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16023"/>
            <a:ext cx="10058400" cy="1371600"/>
          </a:xfrm>
          <a:ln w="38100">
            <a:noFill/>
          </a:ln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9F0017B0-FAAE-4B49-C104-D958992A61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0163945"/>
              </p:ext>
            </p:extLst>
          </p:nvPr>
        </p:nvGraphicFramePr>
        <p:xfrm>
          <a:off x="2173130" y="2014194"/>
          <a:ext cx="7845741" cy="4088945"/>
        </p:xfrm>
        <a:graphic>
          <a:graphicData uri="http://schemas.openxmlformats.org/drawingml/2006/table">
            <a:tbl>
              <a:tblPr firstRow="1" firstCol="1" bandRow="1">
                <a:tableStyleId>{E8B1032C-EA38-4F05-BA0D-38AFFFC7BED3}</a:tableStyleId>
              </a:tblPr>
              <a:tblGrid>
                <a:gridCol w="2928624">
                  <a:extLst>
                    <a:ext uri="{9D8B030D-6E8A-4147-A177-3AD203B41FA5}">
                      <a16:colId xmlns:a16="http://schemas.microsoft.com/office/drawing/2014/main" val="1149205154"/>
                    </a:ext>
                  </a:extLst>
                </a:gridCol>
                <a:gridCol w="2928624">
                  <a:extLst>
                    <a:ext uri="{9D8B030D-6E8A-4147-A177-3AD203B41FA5}">
                      <a16:colId xmlns:a16="http://schemas.microsoft.com/office/drawing/2014/main" val="2330204015"/>
                    </a:ext>
                  </a:extLst>
                </a:gridCol>
                <a:gridCol w="1988493">
                  <a:extLst>
                    <a:ext uri="{9D8B030D-6E8A-4147-A177-3AD203B41FA5}">
                      <a16:colId xmlns:a16="http://schemas.microsoft.com/office/drawing/2014/main" val="1439619253"/>
                    </a:ext>
                  </a:extLst>
                </a:gridCol>
              </a:tblGrid>
              <a:tr h="43311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0">
                          <a:effectLst/>
                        </a:rPr>
                        <a:t>Category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399" marR="763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0">
                          <a:effectLst/>
                        </a:rPr>
                        <a:t>Metric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399" marR="7639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0">
                          <a:effectLst/>
                        </a:rPr>
                        <a:t>Value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399" marR="76399" marT="0" marB="0" anchor="ctr"/>
                </a:tc>
                <a:extLst>
                  <a:ext uri="{0D108BD9-81ED-4DB2-BD59-A6C34878D82A}">
                    <a16:rowId xmlns:a16="http://schemas.microsoft.com/office/drawing/2014/main" val="3109108620"/>
                  </a:ext>
                </a:extLst>
              </a:tr>
              <a:tr h="215049">
                <a:tc rowSpan="7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0" kern="0">
                          <a:effectLst/>
                        </a:rPr>
                        <a:t>Overall Statistics</a:t>
                      </a:r>
                      <a:endParaRPr lang="en-US" sz="13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865" marR="101865" marT="50933" marB="50933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1" kern="0">
                          <a:effectLst/>
                        </a:rPr>
                        <a:t>Total Instances</a:t>
                      </a:r>
                      <a:endParaRPr lang="en-US" sz="1300" b="1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399" marR="76399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1" kern="0">
                          <a:effectLst/>
                        </a:rPr>
                        <a:t>15,670</a:t>
                      </a:r>
                      <a:endParaRPr lang="en-US" sz="1300" b="1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399" marR="76399" marT="0" marB="0"/>
                </a:tc>
                <a:extLst>
                  <a:ext uri="{0D108BD9-81ED-4DB2-BD59-A6C34878D82A}">
                    <a16:rowId xmlns:a16="http://schemas.microsoft.com/office/drawing/2014/main" val="572581988"/>
                  </a:ext>
                </a:extLst>
              </a:tr>
              <a:tr h="21504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1" kern="0">
                          <a:effectLst/>
                        </a:rPr>
                        <a:t>Total Idioms</a:t>
                      </a:r>
                      <a:endParaRPr lang="en-US" sz="1300" b="1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399" marR="76399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1" kern="0">
                          <a:effectLst/>
                        </a:rPr>
                        <a:t>1,316</a:t>
                      </a:r>
                      <a:endParaRPr lang="en-US" sz="1300" b="1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399" marR="76399" marT="0" marB="0"/>
                </a:tc>
                <a:extLst>
                  <a:ext uri="{0D108BD9-81ED-4DB2-BD59-A6C34878D82A}">
                    <a16:rowId xmlns:a16="http://schemas.microsoft.com/office/drawing/2014/main" val="3825218715"/>
                  </a:ext>
                </a:extLst>
              </a:tr>
              <a:tr h="21504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0">
                          <a:effectLst/>
                        </a:rPr>
                        <a:t>Avg. Sentences per Idiom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399" marR="76399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0">
                          <a:effectLst/>
                        </a:rPr>
                        <a:t>11.91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399" marR="76399" marT="0" marB="0"/>
                </a:tc>
                <a:extLst>
                  <a:ext uri="{0D108BD9-81ED-4DB2-BD59-A6C34878D82A}">
                    <a16:rowId xmlns:a16="http://schemas.microsoft.com/office/drawing/2014/main" val="3445674036"/>
                  </a:ext>
                </a:extLst>
              </a:tr>
              <a:tr h="21504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0">
                          <a:effectLst/>
                        </a:rPr>
                        <a:t>Correct Usage (s_label=1)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399" marR="76399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0">
                          <a:effectLst/>
                        </a:rPr>
                        <a:t>7,836 (50.01%)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399" marR="76399" marT="0" marB="0"/>
                </a:tc>
                <a:extLst>
                  <a:ext uri="{0D108BD9-81ED-4DB2-BD59-A6C34878D82A}">
                    <a16:rowId xmlns:a16="http://schemas.microsoft.com/office/drawing/2014/main" val="2475569903"/>
                  </a:ext>
                </a:extLst>
              </a:tr>
              <a:tr h="21504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0">
                          <a:effectLst/>
                        </a:rPr>
                        <a:t>Incorrect Usage (s_label=0)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399" marR="76399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0">
                          <a:effectLst/>
                        </a:rPr>
                        <a:t>7,834 (49.99%)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399" marR="76399" marT="0" marB="0"/>
                </a:tc>
                <a:extLst>
                  <a:ext uri="{0D108BD9-81ED-4DB2-BD59-A6C34878D82A}">
                    <a16:rowId xmlns:a16="http://schemas.microsoft.com/office/drawing/2014/main" val="2794950448"/>
                  </a:ext>
                </a:extLst>
              </a:tr>
              <a:tr h="21504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0">
                          <a:effectLst/>
                        </a:rPr>
                        <a:t>Avg. Sentence Length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399" marR="76399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0">
                          <a:effectLst/>
                        </a:rPr>
                        <a:t>10.27 words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399" marR="76399" marT="0" marB="0"/>
                </a:tc>
                <a:extLst>
                  <a:ext uri="{0D108BD9-81ED-4DB2-BD59-A6C34878D82A}">
                    <a16:rowId xmlns:a16="http://schemas.microsoft.com/office/drawing/2014/main" val="2233927348"/>
                  </a:ext>
                </a:extLst>
              </a:tr>
              <a:tr h="21504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0">
                          <a:effectLst/>
                        </a:rPr>
                        <a:t>Avg. Reason Length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399" marR="76399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0">
                          <a:effectLst/>
                        </a:rPr>
                        <a:t>18.5 words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399" marR="76399" marT="0" marB="0"/>
                </a:tc>
                <a:extLst>
                  <a:ext uri="{0D108BD9-81ED-4DB2-BD59-A6C34878D82A}">
                    <a16:rowId xmlns:a16="http://schemas.microsoft.com/office/drawing/2014/main" val="2491566132"/>
                  </a:ext>
                </a:extLst>
              </a:tr>
              <a:tr h="215049"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0" kern="0">
                          <a:effectLst/>
                        </a:rPr>
                        <a:t>Train Split</a:t>
                      </a:r>
                      <a:endParaRPr lang="en-US" sz="13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865" marR="101865" marT="50933" marB="50933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0">
                          <a:effectLst/>
                        </a:rPr>
                        <a:t>Instances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399" marR="76399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0">
                          <a:effectLst/>
                        </a:rPr>
                        <a:t>10,969 (70%)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399" marR="76399" marT="0" marB="0"/>
                </a:tc>
                <a:extLst>
                  <a:ext uri="{0D108BD9-81ED-4DB2-BD59-A6C34878D82A}">
                    <a16:rowId xmlns:a16="http://schemas.microsoft.com/office/drawing/2014/main" val="2183153105"/>
                  </a:ext>
                </a:extLst>
              </a:tr>
              <a:tr h="21504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0">
                          <a:effectLst/>
                        </a:rPr>
                        <a:t>Correct Usage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399" marR="76399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0">
                          <a:effectLst/>
                        </a:rPr>
                        <a:t>~5,484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399" marR="76399" marT="0" marB="0"/>
                </a:tc>
                <a:extLst>
                  <a:ext uri="{0D108BD9-81ED-4DB2-BD59-A6C34878D82A}">
                    <a16:rowId xmlns:a16="http://schemas.microsoft.com/office/drawing/2014/main" val="3736484453"/>
                  </a:ext>
                </a:extLst>
              </a:tr>
              <a:tr h="21504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0">
                          <a:effectLst/>
                        </a:rPr>
                        <a:t>Incorrect Usage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399" marR="76399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0">
                          <a:effectLst/>
                        </a:rPr>
                        <a:t>~5,485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399" marR="76399" marT="0" marB="0"/>
                </a:tc>
                <a:extLst>
                  <a:ext uri="{0D108BD9-81ED-4DB2-BD59-A6C34878D82A}">
                    <a16:rowId xmlns:a16="http://schemas.microsoft.com/office/drawing/2014/main" val="3173272401"/>
                  </a:ext>
                </a:extLst>
              </a:tr>
              <a:tr h="215049"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0" kern="0">
                          <a:effectLst/>
                        </a:rPr>
                        <a:t>Validation Split</a:t>
                      </a:r>
                      <a:endParaRPr lang="en-US" sz="13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865" marR="101865" marT="50933" marB="50933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0">
                          <a:effectLst/>
                        </a:rPr>
                        <a:t>Instances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399" marR="76399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0">
                          <a:effectLst/>
                        </a:rPr>
                        <a:t>2,350 (15%)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399" marR="76399" marT="0" marB="0"/>
                </a:tc>
                <a:extLst>
                  <a:ext uri="{0D108BD9-81ED-4DB2-BD59-A6C34878D82A}">
                    <a16:rowId xmlns:a16="http://schemas.microsoft.com/office/drawing/2014/main" val="1361935896"/>
                  </a:ext>
                </a:extLst>
              </a:tr>
              <a:tr h="21504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0">
                          <a:effectLst/>
                        </a:rPr>
                        <a:t>Correct Usage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399" marR="76399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0">
                          <a:effectLst/>
                        </a:rPr>
                        <a:t>~1,175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399" marR="76399" marT="0" marB="0"/>
                </a:tc>
                <a:extLst>
                  <a:ext uri="{0D108BD9-81ED-4DB2-BD59-A6C34878D82A}">
                    <a16:rowId xmlns:a16="http://schemas.microsoft.com/office/drawing/2014/main" val="2568222277"/>
                  </a:ext>
                </a:extLst>
              </a:tr>
              <a:tr h="21504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0">
                          <a:effectLst/>
                        </a:rPr>
                        <a:t>Incorrect Usage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399" marR="76399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0">
                          <a:effectLst/>
                        </a:rPr>
                        <a:t>~1,175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399" marR="76399" marT="0" marB="0"/>
                </a:tc>
                <a:extLst>
                  <a:ext uri="{0D108BD9-81ED-4DB2-BD59-A6C34878D82A}">
                    <a16:rowId xmlns:a16="http://schemas.microsoft.com/office/drawing/2014/main" val="3040977419"/>
                  </a:ext>
                </a:extLst>
              </a:tr>
              <a:tr h="215049">
                <a:tc rowSpan="4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0" kern="0">
                          <a:effectLst/>
                        </a:rPr>
                        <a:t>Test Split</a:t>
                      </a:r>
                      <a:endParaRPr lang="en-US" sz="13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865" marR="101865" marT="50933" marB="50933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0">
                          <a:effectLst/>
                        </a:rPr>
                        <a:t>Instances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399" marR="76399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0">
                          <a:effectLst/>
                        </a:rPr>
                        <a:t>2,351 (15%)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399" marR="76399" marT="0" marB="0"/>
                </a:tc>
                <a:extLst>
                  <a:ext uri="{0D108BD9-81ED-4DB2-BD59-A6C34878D82A}">
                    <a16:rowId xmlns:a16="http://schemas.microsoft.com/office/drawing/2014/main" val="1277025093"/>
                  </a:ext>
                </a:extLst>
              </a:tr>
              <a:tr h="21504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0">
                          <a:effectLst/>
                        </a:rPr>
                        <a:t>Correct Usage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399" marR="76399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0">
                          <a:effectLst/>
                        </a:rPr>
                        <a:t>~1,177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399" marR="76399" marT="0" marB="0"/>
                </a:tc>
                <a:extLst>
                  <a:ext uri="{0D108BD9-81ED-4DB2-BD59-A6C34878D82A}">
                    <a16:rowId xmlns:a16="http://schemas.microsoft.com/office/drawing/2014/main" val="2647605340"/>
                  </a:ext>
                </a:extLst>
              </a:tr>
              <a:tr h="21504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0">
                          <a:effectLst/>
                        </a:rPr>
                        <a:t>Incorrect Usage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399" marR="76399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0">
                          <a:effectLst/>
                        </a:rPr>
                        <a:t>~1,174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399" marR="76399" marT="0" marB="0"/>
                </a:tc>
                <a:extLst>
                  <a:ext uri="{0D108BD9-81ED-4DB2-BD59-A6C34878D82A}">
                    <a16:rowId xmlns:a16="http://schemas.microsoft.com/office/drawing/2014/main" val="197909403"/>
                  </a:ext>
                </a:extLst>
              </a:tr>
              <a:tr h="21504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0">
                          <a:effectLst/>
                        </a:rPr>
                        <a:t>Annotation Hours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399" marR="76399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0">
                          <a:effectLst/>
                        </a:rPr>
                        <a:t>~600 person-hours</a:t>
                      </a:r>
                      <a:endParaRPr lang="en-US" sz="13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399" marR="76399" marT="0" marB="0"/>
                </a:tc>
                <a:extLst>
                  <a:ext uri="{0D108BD9-81ED-4DB2-BD59-A6C34878D82A}">
                    <a16:rowId xmlns:a16="http://schemas.microsoft.com/office/drawing/2014/main" val="2111452466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173130" y="1502957"/>
            <a:ext cx="7845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Table 1: Dataset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Overview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D24C7F-2D25-2EF9-3850-C53D2F7C6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200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38EFB-AC70-2848-2A62-50B2E7A28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FF790-295D-4C8D-6042-B0BB5261AF3A}"/>
              </a:ext>
            </a:extLst>
          </p:cNvPr>
          <p:cNvSpPr>
            <a:spLocks noGrp="1"/>
          </p:cNvSpPr>
          <p:nvPr>
            <p:ph type="title"/>
          </p:nvPr>
        </p:nvSpPr>
        <p:spPr>
          <a:ln w="38100">
            <a:noFill/>
          </a:ln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707002B-4BA3-9C27-AEB0-33F9CF447F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3997" y="2014194"/>
            <a:ext cx="11264006" cy="3200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2173129" y="5429198"/>
            <a:ext cx="7845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Figure 2: Dataset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Plots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0F4886-4024-0384-154D-F3BA79F99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701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1A5E0CB-CE7F-E70F-D569-421B9E6EA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ln w="38100">
            <a:noFill/>
          </a:ln>
        </p:spPr>
        <p:txBody>
          <a:bodyPr/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A27E9F25-F69C-8506-6886-A1485012B1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72187" y="1966328"/>
            <a:ext cx="9247625" cy="3646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Dictionary Structure: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{"idiom": "</a:t>
            </a:r>
            <a:r>
              <a:rPr lang="as-IN" sz="1400" dirty="0">
                <a:latin typeface="Times New Roman" panose="02020603050405020304" pitchFamily="18" charset="0"/>
              </a:rPr>
              <a:t>কথার ফুলঝুরি", "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meaning": "</a:t>
            </a:r>
            <a:r>
              <a:rPr lang="as-IN" sz="1400" dirty="0">
                <a:latin typeface="Times New Roman" panose="02020603050405020304" pitchFamily="18" charset="0"/>
              </a:rPr>
              <a:t>অতিরিক্ত কথা বলা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"}</a:t>
            </a:r>
            <a:endParaRPr lang="as-IN" sz="1400" dirty="0">
              <a:latin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as-IN" sz="1400" dirty="0">
                <a:latin typeface="Times New Roman" panose="02020603050405020304" pitchFamily="18" charset="0"/>
              </a:rPr>
              <a:t>"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idiom": "</a:t>
            </a:r>
            <a:r>
              <a:rPr lang="as-IN" sz="1400" dirty="0">
                <a:latin typeface="Times New Roman" panose="02020603050405020304" pitchFamily="18" charset="0"/>
              </a:rPr>
              <a:t>চোখের মণি", "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meaning": "</a:t>
            </a:r>
            <a:r>
              <a:rPr lang="as-IN" sz="1400" dirty="0">
                <a:latin typeface="Times New Roman" panose="02020603050405020304" pitchFamily="18" charset="0"/>
              </a:rPr>
              <a:t>খুব প্রিয়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"}</a:t>
            </a:r>
            <a:endParaRPr lang="as-IN" sz="1400" dirty="0">
              <a:latin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Structure: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{"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idiom_word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"</a:t>
            </a:r>
            <a:r>
              <a:rPr lang="as-IN" sz="1400" dirty="0">
                <a:latin typeface="Times New Roman" panose="02020603050405020304" pitchFamily="18" charset="0"/>
              </a:rPr>
              <a:t>গভীর জলের মাছ", "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idiom_meaning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"</a:t>
            </a:r>
            <a:r>
              <a:rPr lang="as-IN" sz="1400" dirty="0">
                <a:latin typeface="Times New Roman" panose="02020603050405020304" pitchFamily="18" charset="0"/>
              </a:rPr>
              <a:t>চালাক ব্যক্তি", "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sentence": "</a:t>
            </a:r>
            <a:r>
              <a:rPr lang="as-IN" sz="1400" dirty="0">
                <a:latin typeface="Times New Roman" panose="02020603050405020304" pitchFamily="18" charset="0"/>
              </a:rPr>
              <a:t>গভীর জলের মাছ ধরার জন্য আমি বড়শি কিনেছি", "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i_label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1, "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s_label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0, "reason": "</a:t>
            </a:r>
            <a:r>
              <a:rPr lang="as-IN" sz="1400" dirty="0">
                <a:latin typeface="Times New Roman" panose="02020603050405020304" pitchFamily="18" charset="0"/>
              </a:rPr>
              <a:t>উক্ত 'গভীর জলের মাছ' বাগধারাটির অর্থ হলো 'চালাক ব্যক্তি', কিন্তু এটি 'আসল মাছ ধরা' বোঝাতে ব্যবহার করা হয়েছে, যা ভুল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"}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{"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idiom_word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"</a:t>
            </a:r>
            <a:r>
              <a:rPr lang="as-IN" sz="1400" dirty="0">
                <a:latin typeface="Times New Roman" panose="02020603050405020304" pitchFamily="18" charset="0"/>
              </a:rPr>
              <a:t>অগ্নিপরীক্ষা", "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idiom_meaning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"</a:t>
            </a:r>
            <a:r>
              <a:rPr lang="as-IN" sz="1400" dirty="0">
                <a:latin typeface="Times New Roman" panose="02020603050405020304" pitchFamily="18" charset="0"/>
              </a:rPr>
              <a:t>কঠিন পরীক্ষা", "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sentence": "</a:t>
            </a:r>
            <a:r>
              <a:rPr lang="as-IN" sz="1400" dirty="0">
                <a:latin typeface="Times New Roman" panose="02020603050405020304" pitchFamily="18" charset="0"/>
              </a:rPr>
              <a:t>দীর্ঘদিন রোগভোগের পর সুস্থ হয়ে ওঠাটা ছিল তার জন্য এক অগ্নিপরীক্ষা", "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i_label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1, "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s_label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1, "reason": "</a:t>
            </a:r>
            <a:r>
              <a:rPr lang="as-IN" sz="1400" dirty="0">
                <a:latin typeface="Times New Roman" panose="02020603050405020304" pitchFamily="18" charset="0"/>
              </a:rPr>
              <a:t>উক্ত 'অগ্নিপরীক্ষা' বাগধারাটির অর্থ হলো 'কঠিন পরীক্ষা' এবং এটি সঠিকভাবে ব্যবহৃত হয়েছে।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"}</a:t>
            </a:r>
            <a:endParaRPr lang="as-IN" sz="1400" dirty="0">
              <a:latin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2BA112-1E03-6C9A-7B82-67EDEE8DC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205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64E0D-A612-84BE-3441-D43CA7FE7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606ED-2E2A-40E3-FC7F-3A44C4592FDD}"/>
              </a:ext>
            </a:extLst>
          </p:cNvPr>
          <p:cNvSpPr>
            <a:spLocks noGrp="1"/>
          </p:cNvSpPr>
          <p:nvPr>
            <p:ph type="title"/>
          </p:nvPr>
        </p:nvSpPr>
        <p:spPr>
          <a:ln w="38100">
            <a:noFill/>
          </a:ln>
        </p:spPr>
        <p:txBody>
          <a:bodyPr>
            <a:normAutofit/>
          </a:bodyPr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USED TOOLS &amp; PLATFORMS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313567-9A62-C011-3912-95AF42AFF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4752975" cy="2742412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&amp; Training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Google Colab – Cloud GPU &amp; CPU resources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Python 3.10 – Data processing &amp; modeling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Libraries &amp; Frameworks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PyTorch / TensorFlow – Deep Learning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– ML baselines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BNLTK / Indic NLP – Bangla NLP preprocessing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NumPy / Pandas – Data handling &amp; computation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7400F411-2E17-104F-8CC3-E044A4B44BD2}"/>
              </a:ext>
            </a:extLst>
          </p:cNvPr>
          <p:cNvSpPr txBox="1">
            <a:spLocks/>
          </p:cNvSpPr>
          <p:nvPr/>
        </p:nvSpPr>
        <p:spPr>
          <a:xfrm>
            <a:off x="6372227" y="2103120"/>
            <a:ext cx="4928377" cy="27406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 Sources &amp; Support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Bangla Academy Dictionaries &amp; Online Resources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 &amp; Storage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Google Drive / GitHub – Dataset &amp; model storage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Overleaf / MS Word / LaTeX – Paper writing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E0F37C-471A-74B0-059B-8E9E11E33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6530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96834-2ABB-960D-06B3-757781EF9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B29CB-C12B-4BC8-6EB7-0FE4ACAE5D4D}"/>
              </a:ext>
            </a:extLst>
          </p:cNvPr>
          <p:cNvSpPr>
            <a:spLocks noGrp="1"/>
          </p:cNvSpPr>
          <p:nvPr>
            <p:ph type="title"/>
          </p:nvPr>
        </p:nvSpPr>
        <p:spPr>
          <a:ln w="38100">
            <a:noFill/>
          </a:ln>
        </p:spPr>
        <p:txBody>
          <a:bodyPr>
            <a:normAutofit/>
          </a:bodyPr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2CD836-BBF1-73BE-C819-EB16C3619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562" cy="3749040"/>
          </a:xfrm>
        </p:spPr>
        <p:txBody>
          <a:bodyPr anchor="ctr"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Unicode NFC normalization.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Removal of zero-width characters and whitespace.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duplicates and empty fields.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8F73340-5604-4F7F-CA66-D8A12E383C0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70638" y="2103120"/>
            <a:ext cx="4754562" cy="37490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48DAFB-FD94-DEC3-2CA8-D1F260D85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0A524C-A73C-3B72-6AE7-3A9C0CD1ABC4}"/>
              </a:ext>
            </a:extLst>
          </p:cNvPr>
          <p:cNvSpPr txBox="1"/>
          <p:nvPr/>
        </p:nvSpPr>
        <p:spPr>
          <a:xfrm>
            <a:off x="6370638" y="6030740"/>
            <a:ext cx="4754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Figure 3: Preprocessing Result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30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4F5B0-565E-1952-17DB-FA00BE4DB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DF1A4-FC68-F5AE-A317-484B4FB40888}"/>
              </a:ext>
            </a:extLst>
          </p:cNvPr>
          <p:cNvSpPr>
            <a:spLocks noGrp="1"/>
          </p:cNvSpPr>
          <p:nvPr>
            <p:ph type="title"/>
          </p:nvPr>
        </p:nvSpPr>
        <p:spPr>
          <a:ln w="38100">
            <a:noFill/>
          </a:ln>
        </p:spPr>
        <p:txBody>
          <a:bodyPr>
            <a:normAutofit fontScale="90000"/>
          </a:bodyPr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  <a:b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8FA379-F29B-F724-8FF4-8B9F6BE06C8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ctr"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uses TF-IDF to create sparse 5,800-dim vectors from character and word n-grams.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DL models map 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tokenized sequences, max 180 tokens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dense 128-dim embedding.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Transformers models generate contextual 768-dim embedding using. 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3388AA36-5937-F685-A3CD-6F96AB638F9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370322" y="2014194"/>
            <a:ext cx="4754877" cy="383796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D4B275-1786-19D4-A589-6B308F650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28ACE0-669C-9D1E-FD97-C493594484C3}"/>
              </a:ext>
            </a:extLst>
          </p:cNvPr>
          <p:cNvSpPr txBox="1"/>
          <p:nvPr/>
        </p:nvSpPr>
        <p:spPr>
          <a:xfrm>
            <a:off x="6370638" y="6030740"/>
            <a:ext cx="4754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Figure 4: Feature Extraction Result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61750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F22F2-50B5-AA23-BE0C-1F1703377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983E2-C47A-5C34-4276-FA515919C1E8}"/>
              </a:ext>
            </a:extLst>
          </p:cNvPr>
          <p:cNvSpPr>
            <a:spLocks noGrp="1"/>
          </p:cNvSpPr>
          <p:nvPr>
            <p:ph type="title"/>
          </p:nvPr>
        </p:nvSpPr>
        <p:spPr>
          <a:ln w="38100">
            <a:noFill/>
          </a:ln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AND DISCUSSION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9E31E7-3F98-B7B4-FBA8-9B2B8D2CA6A1}"/>
              </a:ext>
            </a:extLst>
          </p:cNvPr>
          <p:cNvSpPr txBox="1"/>
          <p:nvPr/>
        </p:nvSpPr>
        <p:spPr>
          <a:xfrm>
            <a:off x="350520" y="1729740"/>
            <a:ext cx="5699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36CA43-4DF6-C1A0-7E98-8EA6AA8687CA}"/>
              </a:ext>
            </a:extLst>
          </p:cNvPr>
          <p:cNvSpPr txBox="1"/>
          <p:nvPr/>
        </p:nvSpPr>
        <p:spPr>
          <a:xfrm>
            <a:off x="6199505" y="1749581"/>
            <a:ext cx="5596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en-US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SVM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6240" y="5627953"/>
            <a:ext cx="5654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Figure 5: Confusion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 and ROC Curve of LR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9504" y="5627953"/>
            <a:ext cx="5596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Figure 6: Confusion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 and ROC Curve of SVM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2CF55C-615E-F7D9-6E5C-110D34337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23599F-B8D3-2545-5684-9B816A0CFB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" y="2400472"/>
            <a:ext cx="5721104" cy="29260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00EF8E-CB59-B76F-F844-2FBA69EA70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9030" y="2400473"/>
            <a:ext cx="5586730" cy="292607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311647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7EF0C-9EA8-105B-B27C-72FB808B6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457C9-D764-634C-1B45-480F7F0A0FB1}"/>
              </a:ext>
            </a:extLst>
          </p:cNvPr>
          <p:cNvSpPr>
            <a:spLocks noGrp="1"/>
          </p:cNvSpPr>
          <p:nvPr>
            <p:ph type="title"/>
          </p:nvPr>
        </p:nvSpPr>
        <p:spPr>
          <a:ln w="38100">
            <a:noFill/>
          </a:ln>
        </p:spPr>
        <p:txBody>
          <a:bodyPr>
            <a:normAutofit/>
          </a:bodyPr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DISCUSSION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248DB6-5515-F138-7E11-84D52A429F05}"/>
              </a:ext>
            </a:extLst>
          </p:cNvPr>
          <p:cNvSpPr txBox="1"/>
          <p:nvPr/>
        </p:nvSpPr>
        <p:spPr>
          <a:xfrm>
            <a:off x="350520" y="1729740"/>
            <a:ext cx="5699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lang="en-US" kern="100">
                <a:latin typeface="Times New Roman" panose="02020603050405020304" pitchFamily="18" charset="0"/>
                <a:cs typeface="Times New Roman" panose="02020603050405020304" pitchFamily="18" charset="0"/>
              </a:rPr>
              <a:t>Naive Bayes</a:t>
            </a:r>
            <a:endParaRPr lang="en-US" kern="1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493137-CB26-CB21-856A-76E044A5E9A0}"/>
              </a:ext>
            </a:extLst>
          </p:cNvPr>
          <p:cNvSpPr txBox="1"/>
          <p:nvPr/>
        </p:nvSpPr>
        <p:spPr>
          <a:xfrm>
            <a:off x="6199505" y="1749581"/>
            <a:ext cx="5596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4"/>
            </a:pPr>
            <a:r>
              <a:rPr lang="en-US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 ENSEMBLE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96240" y="5627953"/>
            <a:ext cx="5654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Figure 7: Confusion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 and ROC Curve of NB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504" y="5627953"/>
            <a:ext cx="5596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Figure 8: Confusion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 and ROC Curve of ML Ensemble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8AB925-8AB0-DF96-E50F-89623E3FD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605C97-6E73-D9D9-06B7-F9C7C67F24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" y="2407603"/>
            <a:ext cx="5723890" cy="290734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687982-D0E3-92D9-DC03-05391AF6F2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7450" y="2407603"/>
            <a:ext cx="5528310" cy="290734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84919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A2F3F-5EC1-E099-392C-BBEBDB627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34E47-2AA7-8E74-026B-04DACA4904C6}"/>
              </a:ext>
            </a:extLst>
          </p:cNvPr>
          <p:cNvSpPr>
            <a:spLocks noGrp="1"/>
          </p:cNvSpPr>
          <p:nvPr>
            <p:ph type="title"/>
          </p:nvPr>
        </p:nvSpPr>
        <p:spPr>
          <a:ln w="38100">
            <a:noFill/>
          </a:ln>
        </p:spPr>
        <p:txBody>
          <a:bodyPr>
            <a:normAutofit/>
          </a:bodyPr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DISCUSSION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F0E3B-FB4D-77E1-5B07-EFB2B0AF5F05}"/>
              </a:ext>
            </a:extLst>
          </p:cNvPr>
          <p:cNvSpPr txBox="1"/>
          <p:nvPr/>
        </p:nvSpPr>
        <p:spPr>
          <a:xfrm>
            <a:off x="350520" y="1729740"/>
            <a:ext cx="5699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5"/>
            </a:pPr>
            <a:r>
              <a:rPr lang="en-US" kern="100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endParaRPr lang="en-US" kern="1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1355B3-69EB-1802-37DB-6658B0FC7B33}"/>
              </a:ext>
            </a:extLst>
          </p:cNvPr>
          <p:cNvSpPr txBox="1"/>
          <p:nvPr/>
        </p:nvSpPr>
        <p:spPr>
          <a:xfrm>
            <a:off x="6199505" y="1749581"/>
            <a:ext cx="5596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6"/>
            </a:pPr>
            <a:r>
              <a:rPr lang="en-US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BIGRU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96240" y="5627953"/>
            <a:ext cx="5654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Figure 9: Confusion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 and ROC Curve of BILSTM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9504" y="5627953"/>
            <a:ext cx="5596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Figure 10: Confusion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 and ROC Curve of BIGRU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54C3AE-0769-83E8-1432-EF795BC69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5371A2-F68C-26FC-AA3C-27E88C9E1F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315" y="2388402"/>
            <a:ext cx="5723890" cy="278046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3F0AF1-BDCC-861E-2B43-23DC5918EA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9504" y="2398002"/>
            <a:ext cx="5631181" cy="276126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816452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BE558-49FB-C5A5-B9B8-38BD623F4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A77AA-C46D-5A0B-E810-EBC0EB665E7D}"/>
              </a:ext>
            </a:extLst>
          </p:cNvPr>
          <p:cNvSpPr>
            <a:spLocks noGrp="1"/>
          </p:cNvSpPr>
          <p:nvPr>
            <p:ph type="title"/>
          </p:nvPr>
        </p:nvSpPr>
        <p:spPr>
          <a:ln w="38100">
            <a:noFill/>
          </a:ln>
        </p:spPr>
        <p:txBody>
          <a:bodyPr>
            <a:normAutofit/>
          </a:bodyPr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DISCUSSION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A4E1D0-436B-6BE3-98D8-1158343AC26D}"/>
              </a:ext>
            </a:extLst>
          </p:cNvPr>
          <p:cNvSpPr txBox="1"/>
          <p:nvPr/>
        </p:nvSpPr>
        <p:spPr>
          <a:xfrm>
            <a:off x="350520" y="1729740"/>
            <a:ext cx="5699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7"/>
            </a:pPr>
            <a:r>
              <a:rPr lang="en-US" kern="100">
                <a:latin typeface="Times New Roman" panose="02020603050405020304" pitchFamily="18" charset="0"/>
                <a:cs typeface="Times New Roman" panose="02020603050405020304" pitchFamily="18" charset="0"/>
              </a:rPr>
              <a:t>CNN</a:t>
            </a:r>
            <a:endParaRPr lang="en-US" kern="1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3AFD3E-4F38-6D7C-1B5C-6CB131E0DD41}"/>
              </a:ext>
            </a:extLst>
          </p:cNvPr>
          <p:cNvSpPr txBox="1"/>
          <p:nvPr/>
        </p:nvSpPr>
        <p:spPr>
          <a:xfrm>
            <a:off x="6199505" y="1749581"/>
            <a:ext cx="5596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8"/>
            </a:pPr>
            <a:r>
              <a:rPr lang="en-US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DNN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96240" y="5627953"/>
            <a:ext cx="5654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Figure 11: Confusion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 and ROC Curve of CNN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504" y="5627953"/>
            <a:ext cx="5596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Figure 12: Confusion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 and ROC Curve of DNN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60B637-8BE4-DFFD-4740-A872E7EEE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66A2F4-B48F-0238-51DF-2EE9113977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" y="2407603"/>
            <a:ext cx="5723890" cy="291687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A6853C-2706-3F56-E1B1-38B8F63456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9030" y="2407603"/>
            <a:ext cx="5596255" cy="291687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142641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D64CD-5B13-05CC-92E7-A80BACE51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9CBBE-FF3B-41D8-EC6A-8E6F2F3F7CEB}"/>
              </a:ext>
            </a:extLst>
          </p:cNvPr>
          <p:cNvSpPr>
            <a:spLocks noGrp="1"/>
          </p:cNvSpPr>
          <p:nvPr>
            <p:ph type="title"/>
          </p:nvPr>
        </p:nvSpPr>
        <p:spPr>
          <a:ln w="38100">
            <a:noFill/>
          </a:ln>
        </p:spPr>
        <p:txBody>
          <a:bodyPr>
            <a:normAutofit/>
          </a:bodyPr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DISCUSSION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940776-1FD4-F65F-0C9B-DCAB9FAA3A18}"/>
              </a:ext>
            </a:extLst>
          </p:cNvPr>
          <p:cNvSpPr txBox="1"/>
          <p:nvPr/>
        </p:nvSpPr>
        <p:spPr>
          <a:xfrm>
            <a:off x="284956" y="1729740"/>
            <a:ext cx="5699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9"/>
            </a:pPr>
            <a:r>
              <a:rPr lang="en-US" kern="100">
                <a:latin typeface="Times New Roman" panose="02020603050405020304" pitchFamily="18" charset="0"/>
                <a:cs typeface="Times New Roman" panose="02020603050405020304" pitchFamily="18" charset="0"/>
              </a:rPr>
              <a:t>DL ENSEMBLE</a:t>
            </a:r>
            <a:endParaRPr lang="en-US" kern="1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75C5E9-0B3D-5244-0426-DEF4623AC746}"/>
              </a:ext>
            </a:extLst>
          </p:cNvPr>
          <p:cNvSpPr txBox="1"/>
          <p:nvPr/>
        </p:nvSpPr>
        <p:spPr>
          <a:xfrm>
            <a:off x="6113252" y="1729740"/>
            <a:ext cx="5699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10"/>
            </a:pPr>
            <a:r>
              <a:rPr lang="en-US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M-BERT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6240" y="5627953"/>
            <a:ext cx="5654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Figure 13: Confusion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 and ROC Curve of DL Ensemble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9504" y="5627953"/>
            <a:ext cx="5596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Figure 14: Confusion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 and ROC Curve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mBERT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260BAF-D3D2-4503-2A79-0B14ADEC4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1DB5AF-14EC-1F60-B0EF-EAC2F533A8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315" y="2407603"/>
            <a:ext cx="5723890" cy="290734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8186FD-09DD-F8DE-DE0A-D2FCB79874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9504" y="2407603"/>
            <a:ext cx="5631181" cy="290734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378423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E1F5C-4493-D20E-DF66-125B9AAD8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4CD36-AE6E-384C-7D94-399B7530CD9E}"/>
              </a:ext>
            </a:extLst>
          </p:cNvPr>
          <p:cNvSpPr>
            <a:spLocks noGrp="1"/>
          </p:cNvSpPr>
          <p:nvPr>
            <p:ph type="title"/>
          </p:nvPr>
        </p:nvSpPr>
        <p:spPr>
          <a:ln w="38100">
            <a:noFill/>
          </a:ln>
        </p:spPr>
        <p:txBody>
          <a:bodyPr>
            <a:normAutofit/>
          </a:bodyPr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DISCUSSION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71BDA6-9A7E-C24A-B8DE-0D78419A057E}"/>
              </a:ext>
            </a:extLst>
          </p:cNvPr>
          <p:cNvSpPr txBox="1"/>
          <p:nvPr/>
        </p:nvSpPr>
        <p:spPr>
          <a:xfrm>
            <a:off x="350520" y="1729740"/>
            <a:ext cx="5699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11"/>
            </a:pPr>
            <a:r>
              <a:rPr lang="en-US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BanglaBERT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48F0A3-22D4-8AB4-1F63-5387070212D9}"/>
              </a:ext>
            </a:extLst>
          </p:cNvPr>
          <p:cNvSpPr txBox="1"/>
          <p:nvPr/>
        </p:nvSpPr>
        <p:spPr>
          <a:xfrm>
            <a:off x="6141720" y="1729740"/>
            <a:ext cx="5699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12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XLM-R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240" y="5627953"/>
            <a:ext cx="5654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Figure 15: Confusion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 and ROC Curve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BanglaBERT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99504" y="5627953"/>
            <a:ext cx="5596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Figure 16: Confusion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 and ROC Curve of XLM-R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E92A7-8C6B-B743-800F-A165E3482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41DAB0-B761-59B9-38BC-8508455678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455" y="2407603"/>
            <a:ext cx="5723890" cy="303117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87F8B02-B352-8742-9631-2D9E70DAB1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9030" y="2407602"/>
            <a:ext cx="5644515" cy="303117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22259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D608F-F1A2-8965-FCFD-06559AC52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CE312-1688-F564-765F-1635D0AB4724}"/>
              </a:ext>
            </a:extLst>
          </p:cNvPr>
          <p:cNvSpPr>
            <a:spLocks noGrp="1"/>
          </p:cNvSpPr>
          <p:nvPr>
            <p:ph type="title"/>
          </p:nvPr>
        </p:nvSpPr>
        <p:spPr>
          <a:ln w="38100">
            <a:noFill/>
          </a:ln>
        </p:spPr>
        <p:txBody>
          <a:bodyPr>
            <a:normAutofit/>
          </a:bodyPr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DISCUSSION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9E1110-496D-EB56-CE3A-29530781BA6E}"/>
              </a:ext>
            </a:extLst>
          </p:cNvPr>
          <p:cNvSpPr txBox="1"/>
          <p:nvPr/>
        </p:nvSpPr>
        <p:spPr>
          <a:xfrm>
            <a:off x="350520" y="1729740"/>
            <a:ext cx="5699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13"/>
            </a:pPr>
            <a:r>
              <a:rPr lang="en-US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BanglaT5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8BCA7A-602C-A6BA-DDAC-C294A1B183EB}"/>
              </a:ext>
            </a:extLst>
          </p:cNvPr>
          <p:cNvSpPr txBox="1"/>
          <p:nvPr/>
        </p:nvSpPr>
        <p:spPr>
          <a:xfrm>
            <a:off x="396240" y="5938340"/>
            <a:ext cx="5596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Figure 17: Reason Generation Metrics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0967D4-FD98-1F6C-FB61-FA26DA625836}"/>
              </a:ext>
            </a:extLst>
          </p:cNvPr>
          <p:cNvSpPr txBox="1"/>
          <p:nvPr/>
        </p:nvSpPr>
        <p:spPr>
          <a:xfrm>
            <a:off x="6199504" y="5938340"/>
            <a:ext cx="5596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Figure 18: Classification Report of BanglaT5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C5DB6A-3765-3ABF-F318-3044449C3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21E3147-DD5C-C19E-7C81-4E1BC6488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" y="2153233"/>
            <a:ext cx="5596256" cy="347472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D738225-05D2-E184-2525-154BD6B814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505" y="2153232"/>
            <a:ext cx="5596256" cy="347472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433933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FEA0B-C206-0AF6-9D03-6D5876F08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B19EB-A374-BA3E-77C9-ED52C108F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16023"/>
            <a:ext cx="10058400" cy="1371600"/>
          </a:xfrm>
          <a:ln w="38100">
            <a:noFill/>
          </a:ln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73130" y="1502957"/>
            <a:ext cx="7845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Tabel 2: Performance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D25776-C357-AE87-78B4-BAFED9B2C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9E97ADD-E11D-5F8E-2E6C-94A9E4D378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2127119"/>
              </p:ext>
            </p:extLst>
          </p:nvPr>
        </p:nvGraphicFramePr>
        <p:xfrm>
          <a:off x="1066800" y="2103433"/>
          <a:ext cx="10058400" cy="4204239"/>
        </p:xfrm>
        <a:graphic>
          <a:graphicData uri="http://schemas.openxmlformats.org/drawingml/2006/table">
            <a:tbl>
              <a:tblPr firstRow="1" firstCol="1" bandRow="1">
                <a:tableStyleId>{E8B1032C-EA38-4F05-BA0D-38AFFFC7BED3}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756438927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622882447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12504352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339430264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1957872375"/>
                    </a:ext>
                  </a:extLst>
                </a:gridCol>
              </a:tblGrid>
              <a:tr h="54225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Model Type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20" marR="5852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Model Name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20" marR="5852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Accuracy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20" marR="5852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F1-score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20" marR="5852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ROC-AUC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20" marR="58520" marT="0" marB="0" anchor="ctr"/>
                </a:tc>
                <a:extLst>
                  <a:ext uri="{0D108BD9-81ED-4DB2-BD59-A6C34878D82A}">
                    <a16:rowId xmlns:a16="http://schemas.microsoft.com/office/drawing/2014/main" val="4103221660"/>
                  </a:ext>
                </a:extLst>
              </a:tr>
              <a:tr h="524298">
                <a:tc rowSpan="3">
                  <a:txBody>
                    <a:bodyPr/>
                    <a:lstStyle/>
                    <a:p>
                      <a:pPr marL="0" marR="0" algn="l">
                        <a:lnSpc>
                          <a:spcPct val="13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TRANSFORMER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20" marR="5852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</a:rPr>
                        <a:t>BanglaBERT</a:t>
                      </a:r>
                      <a:endParaRPr lang="en-US" sz="1200" b="1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20" marR="5852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</a:rPr>
                        <a:t>94%</a:t>
                      </a:r>
                      <a:endParaRPr lang="en-US" sz="1200" b="1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20" marR="5852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</a:rPr>
                        <a:t>94%</a:t>
                      </a:r>
                      <a:endParaRPr lang="en-US" sz="1200" b="1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20" marR="5852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</a:rPr>
                        <a:t>98%</a:t>
                      </a:r>
                      <a:endParaRPr lang="en-US" sz="1200" b="1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20" marR="58520" marT="0" marB="0" anchor="ctr"/>
                </a:tc>
                <a:extLst>
                  <a:ext uri="{0D108BD9-81ED-4DB2-BD59-A6C34878D82A}">
                    <a16:rowId xmlns:a16="http://schemas.microsoft.com/office/drawing/2014/main" val="3728783241"/>
                  </a:ext>
                </a:extLst>
              </a:tr>
              <a:tr h="27576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XLM-R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20" marR="5852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88%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20" marR="5852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88%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20" marR="5852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95%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20" marR="58520" marT="0" marB="0" anchor="ctr"/>
                </a:tc>
                <a:extLst>
                  <a:ext uri="{0D108BD9-81ED-4DB2-BD59-A6C34878D82A}">
                    <a16:rowId xmlns:a16="http://schemas.microsoft.com/office/drawing/2014/main" val="2262102277"/>
                  </a:ext>
                </a:extLst>
              </a:tr>
              <a:tr h="27576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mBERT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20" marR="5852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87%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20" marR="5852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86%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20" marR="5852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94%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20" marR="58520" marT="0" marB="0" anchor="ctr"/>
                </a:tc>
                <a:extLst>
                  <a:ext uri="{0D108BD9-81ED-4DB2-BD59-A6C34878D82A}">
                    <a16:rowId xmlns:a16="http://schemas.microsoft.com/office/drawing/2014/main" val="3659140454"/>
                  </a:ext>
                </a:extLst>
              </a:tr>
              <a:tr h="348759">
                <a:tc rowSpan="4">
                  <a:txBody>
                    <a:bodyPr/>
                    <a:lstStyle/>
                    <a:p>
                      <a:pPr marL="0" marR="0" algn="l">
                        <a:lnSpc>
                          <a:spcPct val="13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ML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20" marR="5852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SVM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20" marR="5852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83%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20" marR="5852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83%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20" marR="5852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91%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20" marR="58520" marT="0" marB="0" anchor="ctr"/>
                </a:tc>
                <a:extLst>
                  <a:ext uri="{0D108BD9-81ED-4DB2-BD59-A6C34878D82A}">
                    <a16:rowId xmlns:a16="http://schemas.microsoft.com/office/drawing/2014/main" val="631625805"/>
                  </a:ext>
                </a:extLst>
              </a:tr>
              <a:tr h="27576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ML Ensemble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20" marR="5852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82%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20" marR="5852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82%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20" marR="5852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91%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20" marR="58520" marT="0" marB="0" anchor="ctr"/>
                </a:tc>
                <a:extLst>
                  <a:ext uri="{0D108BD9-81ED-4DB2-BD59-A6C34878D82A}">
                    <a16:rowId xmlns:a16="http://schemas.microsoft.com/office/drawing/2014/main" val="3370975571"/>
                  </a:ext>
                </a:extLst>
              </a:tr>
              <a:tr h="27576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LR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20" marR="5852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83%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20" marR="5852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83%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20" marR="5852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90%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20" marR="58520" marT="0" marB="0" anchor="ctr"/>
                </a:tc>
                <a:extLst>
                  <a:ext uri="{0D108BD9-81ED-4DB2-BD59-A6C34878D82A}">
                    <a16:rowId xmlns:a16="http://schemas.microsoft.com/office/drawing/2014/main" val="614959266"/>
                  </a:ext>
                </a:extLst>
              </a:tr>
              <a:tr h="27576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Naive Bayes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20" marR="5852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79%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20" marR="5852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79%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20" marR="5852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87%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20" marR="58520" marT="0" marB="0" anchor="ctr"/>
                </a:tc>
                <a:extLst>
                  <a:ext uri="{0D108BD9-81ED-4DB2-BD59-A6C34878D82A}">
                    <a16:rowId xmlns:a16="http://schemas.microsoft.com/office/drawing/2014/main" val="380348456"/>
                  </a:ext>
                </a:extLst>
              </a:tr>
              <a:tr h="307048">
                <a:tc rowSpan="5">
                  <a:txBody>
                    <a:bodyPr/>
                    <a:lstStyle/>
                    <a:p>
                      <a:pPr marL="0" marR="0" algn="l">
                        <a:lnSpc>
                          <a:spcPct val="13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DL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20" marR="5852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DL Ensemble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20" marR="5852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83%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20" marR="5852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83%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20" marR="5852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90%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20" marR="58520" marT="0" marB="0" anchor="ctr"/>
                </a:tc>
                <a:extLst>
                  <a:ext uri="{0D108BD9-81ED-4DB2-BD59-A6C34878D82A}">
                    <a16:rowId xmlns:a16="http://schemas.microsoft.com/office/drawing/2014/main" val="3566146130"/>
                  </a:ext>
                </a:extLst>
              </a:tr>
              <a:tr h="27576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BiLSTM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20" marR="5852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82%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20" marR="5852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82%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20" marR="5852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90%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20" marR="58520" marT="0" marB="0" anchor="ctr"/>
                </a:tc>
                <a:extLst>
                  <a:ext uri="{0D108BD9-81ED-4DB2-BD59-A6C34878D82A}">
                    <a16:rowId xmlns:a16="http://schemas.microsoft.com/office/drawing/2014/main" val="282088776"/>
                  </a:ext>
                </a:extLst>
              </a:tr>
              <a:tr h="27576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BiGRU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20" marR="5852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81%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20" marR="5852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81%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20" marR="5852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90%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20" marR="58520" marT="0" marB="0" anchor="ctr"/>
                </a:tc>
                <a:extLst>
                  <a:ext uri="{0D108BD9-81ED-4DB2-BD59-A6C34878D82A}">
                    <a16:rowId xmlns:a16="http://schemas.microsoft.com/office/drawing/2014/main" val="1956203106"/>
                  </a:ext>
                </a:extLst>
              </a:tr>
              <a:tr h="27576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DNN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20" marR="5852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77%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20" marR="5852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78%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20" marR="5852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85%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20" marR="58520" marT="0" marB="0" anchor="ctr"/>
                </a:tc>
                <a:extLst>
                  <a:ext uri="{0D108BD9-81ED-4DB2-BD59-A6C34878D82A}">
                    <a16:rowId xmlns:a16="http://schemas.microsoft.com/office/drawing/2014/main" val="3975586703"/>
                  </a:ext>
                </a:extLst>
              </a:tr>
              <a:tr h="27576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CNN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20" marR="5852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83%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20" marR="5852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83%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20" marR="5852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91%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20" marR="58520" marT="0" marB="0" anchor="ctr"/>
                </a:tc>
                <a:extLst>
                  <a:ext uri="{0D108BD9-81ED-4DB2-BD59-A6C34878D82A}">
                    <a16:rowId xmlns:a16="http://schemas.microsoft.com/office/drawing/2014/main" val="26427651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79710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A8EFC-45B6-334C-0BE8-BB66D3AC0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6F6B0-459C-D606-AB3C-712E5C969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12144"/>
            <a:ext cx="10058400" cy="1132262"/>
          </a:xfrm>
          <a:ln w="38100">
            <a:noFill/>
          </a:ln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DISCUSSION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B2E3F9-8825-79F5-5A9D-71DA5E6046E5}"/>
              </a:ext>
            </a:extLst>
          </p:cNvPr>
          <p:cNvSpPr txBox="1"/>
          <p:nvPr/>
        </p:nvSpPr>
        <p:spPr>
          <a:xfrm>
            <a:off x="2173130" y="996918"/>
            <a:ext cx="7845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Tabel 3: Comparative Analysis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EA038C-7F27-F920-9459-A46A8C011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24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9CA64D8-A2B8-577C-EA1E-4528761933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5642694"/>
              </p:ext>
            </p:extLst>
          </p:nvPr>
        </p:nvGraphicFramePr>
        <p:xfrm>
          <a:off x="762000" y="1473319"/>
          <a:ext cx="10668000" cy="5044536"/>
        </p:xfrm>
        <a:graphic>
          <a:graphicData uri="http://schemas.openxmlformats.org/drawingml/2006/table">
            <a:tbl>
              <a:tblPr firstRow="1" firstCol="1" bandRow="1">
                <a:tableStyleId>{E8B1032C-EA38-4F05-BA0D-38AFFFC7BED3}</a:tableStyleId>
              </a:tblPr>
              <a:tblGrid>
                <a:gridCol w="1832563">
                  <a:extLst>
                    <a:ext uri="{9D8B030D-6E8A-4147-A177-3AD203B41FA5}">
                      <a16:colId xmlns:a16="http://schemas.microsoft.com/office/drawing/2014/main" val="1759459831"/>
                    </a:ext>
                  </a:extLst>
                </a:gridCol>
                <a:gridCol w="4099556">
                  <a:extLst>
                    <a:ext uri="{9D8B030D-6E8A-4147-A177-3AD203B41FA5}">
                      <a16:colId xmlns:a16="http://schemas.microsoft.com/office/drawing/2014/main" val="1722896042"/>
                    </a:ext>
                  </a:extLst>
                </a:gridCol>
                <a:gridCol w="4735881">
                  <a:extLst>
                    <a:ext uri="{9D8B030D-6E8A-4147-A177-3AD203B41FA5}">
                      <a16:colId xmlns:a16="http://schemas.microsoft.com/office/drawing/2014/main" val="1467703586"/>
                    </a:ext>
                  </a:extLst>
                </a:gridCol>
              </a:tblGrid>
              <a:tr h="33471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Aspect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4453" marR="34453" marT="28711" marB="28711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Briskilal &amp; Subalalitha (2022)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4453" marR="34453" marT="28711" marB="28711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My Work (2026)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4453" marR="34453" marT="28711" marB="28711" anchor="ctr"/>
                </a:tc>
                <a:extLst>
                  <a:ext uri="{0D108BD9-81ED-4DB2-BD59-A6C34878D82A}">
                    <a16:rowId xmlns:a16="http://schemas.microsoft.com/office/drawing/2014/main" val="2870433707"/>
                  </a:ext>
                </a:extLst>
              </a:tr>
              <a:tr h="22577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Task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4453" marR="34453" marT="28711" marB="28711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200" b="1">
                          <a:effectLst/>
                        </a:rPr>
                        <a:t>Idiom vs. Literal Classification</a:t>
                      </a:r>
                      <a:endParaRPr lang="en-US" sz="1200" b="1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4453" marR="34453" marT="28711" marB="28711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200" b="1">
                          <a:effectLst/>
                        </a:rPr>
                        <a:t>Idiom Misuse Detection + Explanation</a:t>
                      </a:r>
                      <a:endParaRPr lang="en-US" sz="1200" b="1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4453" marR="34453" marT="28711" marB="28711" anchor="ctr"/>
                </a:tc>
                <a:extLst>
                  <a:ext uri="{0D108BD9-81ED-4DB2-BD59-A6C34878D82A}">
                    <a16:rowId xmlns:a16="http://schemas.microsoft.com/office/drawing/2014/main" val="2803018236"/>
                  </a:ext>
                </a:extLst>
              </a:tr>
              <a:tr h="22577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Language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4453" marR="34453" marT="28711" marB="28711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English (high-resource)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4453" marR="34453" marT="28711" marB="28711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Bangla (low-resource, 230M speakers)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4453" marR="34453" marT="28711" marB="28711" anchor="ctr"/>
                </a:tc>
                <a:extLst>
                  <a:ext uri="{0D108BD9-81ED-4DB2-BD59-A6C34878D82A}">
                    <a16:rowId xmlns:a16="http://schemas.microsoft.com/office/drawing/2014/main" val="754145336"/>
                  </a:ext>
                </a:extLst>
              </a:tr>
              <a:tr h="391933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Dataset Size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4453" marR="34453" marT="28711" marB="28711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TroFi Dataset ~5,207 sentences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4453" marR="34453" marT="28711" marB="28711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Custom Bangla Dataset ~15,670 sentences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4453" marR="34453" marT="28711" marB="28711" anchor="ctr"/>
                </a:tc>
                <a:extLst>
                  <a:ext uri="{0D108BD9-81ED-4DB2-BD59-A6C34878D82A}">
                    <a16:rowId xmlns:a16="http://schemas.microsoft.com/office/drawing/2014/main" val="2027277081"/>
                  </a:ext>
                </a:extLst>
              </a:tr>
              <a:tr h="22577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Idioms Covered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4453" marR="34453" marT="28711" marB="28711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50 English verbs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4453" marR="34453" marT="28711" marB="28711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1,316 distinct Bangla idioms Manually constructed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4453" marR="34453" marT="28711" marB="28711" anchor="ctr"/>
                </a:tc>
                <a:extLst>
                  <a:ext uri="{0D108BD9-81ED-4DB2-BD59-A6C34878D82A}">
                    <a16:rowId xmlns:a16="http://schemas.microsoft.com/office/drawing/2014/main" val="4048956761"/>
                  </a:ext>
                </a:extLst>
              </a:tr>
              <a:tr h="5887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Models Evaluated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4453" marR="34453" marT="28711" marB="28711" anchor="ctr"/>
                </a:tc>
                <a:tc>
                  <a:txBody>
                    <a:bodyPr/>
                    <a:lstStyle/>
                    <a:p>
                      <a:pPr marL="0" marR="0" lvl="0" indent="0" algn="just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sz="1200">
                          <a:effectLst/>
                        </a:rPr>
                        <a:t>BERT-base, RoBERTa-base, Ensemble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4453" marR="34453" marT="28711" marB="28711" anchor="ctr"/>
                </a:tc>
                <a:tc>
                  <a:txBody>
                    <a:bodyPr/>
                    <a:lstStyle/>
                    <a:p>
                      <a:pPr marL="0" marR="0" lvl="0" indent="0" algn="just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sz="1200">
                          <a:effectLst/>
                        </a:rPr>
                        <a:t>3 ML models, 4 DL models, 3 Transformers, 2 Ensembles, BanglaT5</a:t>
                      </a:r>
                    </a:p>
                  </a:txBody>
                  <a:tcPr marL="34453" marR="34453" marT="28711" marB="28711" anchor="ctr"/>
                </a:tc>
                <a:extLst>
                  <a:ext uri="{0D108BD9-81ED-4DB2-BD59-A6C34878D82A}">
                    <a16:rowId xmlns:a16="http://schemas.microsoft.com/office/drawing/2014/main" val="2508328021"/>
                  </a:ext>
                </a:extLst>
              </a:tr>
              <a:tr h="22577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Best Model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4453" marR="34453" marT="28711" marB="28711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BERT + RoBERTa Ensemble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4453" marR="34453" marT="28711" marB="28711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BanglaBERT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4453" marR="34453" marT="28711" marB="28711" anchor="ctr"/>
                </a:tc>
                <a:extLst>
                  <a:ext uri="{0D108BD9-81ED-4DB2-BD59-A6C34878D82A}">
                    <a16:rowId xmlns:a16="http://schemas.microsoft.com/office/drawing/2014/main" val="56743368"/>
                  </a:ext>
                </a:extLst>
              </a:tr>
              <a:tr h="546164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Preprocessing</a:t>
                      </a:r>
                    </a:p>
                  </a:txBody>
                  <a:tcPr marL="34453" marR="34453" marT="22969" marB="22969" anchor="ctr"/>
                </a:tc>
                <a:tc>
                  <a:txBody>
                    <a:bodyPr/>
                    <a:lstStyle/>
                    <a:p>
                      <a:pPr marL="0" marR="0" lvl="0" indent="0" algn="just">
                        <a:buFont typeface="Wingdings" panose="05000000000000000000" pitchFamily="2" charset="2"/>
                        <a:buNone/>
                      </a:pPr>
                      <a:r>
                        <a:rPr lang="en-US" sz="1200">
                          <a:effectLst/>
                        </a:rPr>
                        <a:t>Removed punctuation, Stopwords, Lowercase, Removed punctuation only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4453" marR="34453" marT="22969" marB="22969" anchor="ctr"/>
                </a:tc>
                <a:tc>
                  <a:txBody>
                    <a:bodyPr/>
                    <a:lstStyle/>
                    <a:p>
                      <a:pPr marL="0" marR="0" lvl="0" indent="0" algn="just">
                        <a:buFont typeface="Wingdings" panose="05000000000000000000" pitchFamily="2" charset="2"/>
                        <a:buNone/>
                      </a:pPr>
                      <a:r>
                        <a:rPr lang="en-US" sz="1200">
                          <a:effectLst/>
                        </a:rPr>
                        <a:t>Unicode NFC normalization, Zero-width character removal, Whitespace normalization, Punctuation unification, No stop-word removal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4453" marR="34453" marT="22969" marB="22969" anchor="ctr"/>
                </a:tc>
                <a:extLst>
                  <a:ext uri="{0D108BD9-81ED-4DB2-BD59-A6C34878D82A}">
                    <a16:rowId xmlns:a16="http://schemas.microsoft.com/office/drawing/2014/main" val="3366373563"/>
                  </a:ext>
                </a:extLst>
              </a:tr>
              <a:tr h="391933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Feature Engineering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4453" marR="34453" marT="28711" marB="28711" anchor="ctr"/>
                </a:tc>
                <a:tc>
                  <a:txBody>
                    <a:bodyPr/>
                    <a:lstStyle/>
                    <a:p>
                      <a:pPr marL="0" marR="0" lvl="0" indent="0" algn="just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sz="1200">
                          <a:effectLst/>
                        </a:rPr>
                        <a:t>Pre-trained embeddings only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4453" marR="34453" marT="28711" marB="28711" anchor="ctr"/>
                </a:tc>
                <a:tc>
                  <a:txBody>
                    <a:bodyPr/>
                    <a:lstStyle/>
                    <a:p>
                      <a:pPr marL="0" marR="0" lvl="0" indent="0" algn="just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sz="1200">
                          <a:effectLst/>
                        </a:rPr>
                        <a:t>TF-IDF (5,800 features), Learned embeddings (128-dim), Pre-trained contextual (768-dim)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4453" marR="34453" marT="28711" marB="28711" anchor="ctr"/>
                </a:tc>
                <a:extLst>
                  <a:ext uri="{0D108BD9-81ED-4DB2-BD59-A6C34878D82A}">
                    <a16:rowId xmlns:a16="http://schemas.microsoft.com/office/drawing/2014/main" val="1972412647"/>
                  </a:ext>
                </a:extLst>
              </a:tr>
              <a:tr h="22577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Accuracy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4453" marR="34453" marT="28711" marB="28711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200" b="1">
                          <a:effectLst/>
                        </a:rPr>
                        <a:t>90% (Ensemble)</a:t>
                      </a:r>
                      <a:endParaRPr lang="en-US" sz="1200" b="1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4453" marR="34453" marT="28711" marB="28711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200" b="1">
                          <a:effectLst/>
                        </a:rPr>
                        <a:t>94% (BanglaBERT)</a:t>
                      </a:r>
                      <a:endParaRPr lang="en-US" sz="1200" b="1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4453" marR="34453" marT="28711" marB="28711" anchor="ctr"/>
                </a:tc>
                <a:extLst>
                  <a:ext uri="{0D108BD9-81ED-4DB2-BD59-A6C34878D82A}">
                    <a16:rowId xmlns:a16="http://schemas.microsoft.com/office/drawing/2014/main" val="1301105286"/>
                  </a:ext>
                </a:extLst>
              </a:tr>
              <a:tr h="22577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F1-Score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4453" marR="34453" marT="28711" marB="28711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200" b="1">
                          <a:effectLst/>
                        </a:rPr>
                        <a:t>89% (Ensemble)</a:t>
                      </a:r>
                      <a:endParaRPr lang="en-US" sz="1200" b="1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4453" marR="34453" marT="28711" marB="28711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200" b="1">
                          <a:effectLst/>
                        </a:rPr>
                        <a:t>94% (BanglaBERT)</a:t>
                      </a:r>
                      <a:endParaRPr lang="en-US" sz="1200" b="1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4453" marR="34453" marT="28711" marB="28711" anchor="ctr"/>
                </a:tc>
                <a:extLst>
                  <a:ext uri="{0D108BD9-81ED-4DB2-BD59-A6C34878D82A}">
                    <a16:rowId xmlns:a16="http://schemas.microsoft.com/office/drawing/2014/main" val="1532013187"/>
                  </a:ext>
                </a:extLst>
              </a:tr>
              <a:tr h="22577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ROC-AUC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4453" marR="34453" marT="28711" marB="28711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Not reported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4453" marR="34453" marT="28711" marB="28711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0.99 Validation and 1.00 Training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4453" marR="34453" marT="28711" marB="28711" anchor="ctr"/>
                </a:tc>
                <a:extLst>
                  <a:ext uri="{0D108BD9-81ED-4DB2-BD59-A6C34878D82A}">
                    <a16:rowId xmlns:a16="http://schemas.microsoft.com/office/drawing/2014/main" val="220370992"/>
                  </a:ext>
                </a:extLst>
              </a:tr>
              <a:tr h="391933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Explainability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4453" marR="34453" marT="28711" marB="28711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200" b="1">
                          <a:effectLst/>
                        </a:rPr>
                        <a:t>None (Black-box classification)</a:t>
                      </a:r>
                      <a:endParaRPr lang="en-US" sz="1200" b="1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4453" marR="34453" marT="28711" marB="28711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200" b="1">
                          <a:effectLst/>
                        </a:rPr>
                        <a:t>BanglaT5 achieves ROUGE-L = 0.90 and BLEU-4 = 0.82 on 2,351 samples</a:t>
                      </a:r>
                      <a:endParaRPr lang="en-US" sz="1200" b="1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4453" marR="34453" marT="28711" marB="28711" anchor="ctr"/>
                </a:tc>
                <a:extLst>
                  <a:ext uri="{0D108BD9-81ED-4DB2-BD59-A6C34878D82A}">
                    <a16:rowId xmlns:a16="http://schemas.microsoft.com/office/drawing/2014/main" val="2469125086"/>
                  </a:ext>
                </a:extLst>
              </a:tr>
              <a:tr h="55808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Novel Contribution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4453" marR="34453" marT="28711" marB="28711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First BERT + RoBERTa ensemble for idiom classification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4453" marR="34453" marT="28711" marB="28711" anchor="ctr"/>
                </a:tc>
                <a:tc>
                  <a:txBody>
                    <a:bodyPr/>
                    <a:lstStyle/>
                    <a:p>
                      <a:pPr marL="0" marR="0" lvl="0" indent="0" algn="just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sz="1200">
                          <a:effectLst/>
                        </a:rPr>
                        <a:t>First Bangla idiom misuse dataset, First explainable idiom processing, Comprehensive comparative study, Two-stage explanation generation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4453" marR="34453" marT="28711" marB="28711" anchor="ctr"/>
                </a:tc>
                <a:extLst>
                  <a:ext uri="{0D108BD9-81ED-4DB2-BD59-A6C34878D82A}">
                    <a16:rowId xmlns:a16="http://schemas.microsoft.com/office/drawing/2014/main" val="914110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66943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3FD7E-C884-6B35-7965-092904ECC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F9C82-9106-7D6E-8771-7E26C7F35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15415"/>
            <a:ext cx="10058400" cy="1371600"/>
          </a:xfrm>
          <a:ln w="38100">
            <a:noFill/>
          </a:ln>
        </p:spPr>
        <p:txBody>
          <a:bodyPr/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DISCUSSION</a:t>
            </a: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F2B271E1-3313-0794-2E1B-F68E320E73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44040" y="4110908"/>
            <a:ext cx="8503920" cy="4580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REASONING EXAMPLE: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03F3B8-B041-6302-EA8F-E3AC37E0C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BCB904-5129-111F-7708-9F9AEC0DA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040" y="4691025"/>
            <a:ext cx="8503920" cy="175380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DC259F3-EAB2-A4C5-41AB-15D7FBF40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4040" y="2345089"/>
            <a:ext cx="8503920" cy="176581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5" name="Rectangle 11">
            <a:extLst>
              <a:ext uri="{FF2B5EF4-FFF2-40B4-BE49-F238E27FC236}">
                <a16:creationId xmlns:a16="http://schemas.microsoft.com/office/drawing/2014/main" id="{AA2404EA-7F83-A2A9-A96D-0C0E215C1E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4040" y="1761080"/>
            <a:ext cx="8503920" cy="4580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EXAMPLE: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65388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C1A8E-20C3-F585-689B-1E1BBE0E9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CF0AD-4098-1A92-745B-F4223E7EF104}"/>
              </a:ext>
            </a:extLst>
          </p:cNvPr>
          <p:cNvSpPr>
            <a:spLocks noGrp="1"/>
          </p:cNvSpPr>
          <p:nvPr>
            <p:ph type="title"/>
          </p:nvPr>
        </p:nvSpPr>
        <p:spPr>
          <a:ln w="38100">
            <a:noFill/>
          </a:ln>
        </p:spPr>
        <p:txBody>
          <a:bodyPr/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338CA54E-ED31-CEBD-8204-85EF50AB3C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71183" y="2220148"/>
            <a:ext cx="864963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Dependence: Idiom meaning changes with context.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Low-Resource Language: Limited annotated datasets and pre-trained Bangla models.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Sparsity: Many idioms appear infrequently, limiting model learning.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Linguistics: Morphological richness and compound word forms in 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Bangla increase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and feature extraction complexity.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Explainability: Generating natural, human-aligned reasoning for model predictions is hard.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Generalization: Ensuring models perform well on unseen idioms and diverse text 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sources.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Constraints: Transformer fine-tuning requires significant GPU resources, which may limit scalability.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A68BF3-1D7D-3EF5-0DA8-9543274F6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1344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A716A-1DA7-310C-EC5D-38F2D7121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A292C-A8A8-331F-381A-C7D45ECF6BD1}"/>
              </a:ext>
            </a:extLst>
          </p:cNvPr>
          <p:cNvSpPr>
            <a:spLocks noGrp="1"/>
          </p:cNvSpPr>
          <p:nvPr>
            <p:ph type="title"/>
          </p:nvPr>
        </p:nvSpPr>
        <p:spPr>
          <a:ln w="38100">
            <a:noFill/>
          </a:ln>
        </p:spPr>
        <p:txBody>
          <a:bodyPr/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844F5BD8-2A5A-049C-1054-72E08ED82D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71183" y="2251984"/>
            <a:ext cx="8649634" cy="2535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research develops a framework for detecting and explaining Bangla idiom misuse using a new dataset of 15,670 sentences.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BanglaBERT</a:t>
            </a:r>
            <a:r>
              <a:rPr kumimoji="0" lang="en-US" altLang="en-US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achieved 94% accuracy and a two-stage BanglaT5 model generated explanations aligned with human reasoning (ROUGE-L mean 0.90). Results show transformer embeddings excel in context understanding, supporting explainable AI for education. The dataset and models could be publicly released for future low-resource language research.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A4EB53-F413-7B3B-F857-D3DE2F233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9218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BEF7D-9A36-62F1-3F9F-429D6BFEF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7A914-933B-05C8-B35C-7497FD339140}"/>
              </a:ext>
            </a:extLst>
          </p:cNvPr>
          <p:cNvSpPr>
            <a:spLocks noGrp="1"/>
          </p:cNvSpPr>
          <p:nvPr>
            <p:ph type="title"/>
          </p:nvPr>
        </p:nvSpPr>
        <p:spPr>
          <a:ln w="38100">
            <a:noFill/>
          </a:ln>
        </p:spPr>
        <p:txBody>
          <a:bodyPr/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6B894683-EEDF-98B4-600F-6B1A92E025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71183" y="2459733"/>
            <a:ext cx="8649634" cy="2120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work includes expanding the dataset with more idioms, spoken language and fine-grained labels. And also exploring advanced neural models, multimodal, neuro-symbolic approaches. Improving explanation generation with contrastive methods and applying the framework to other low-resource languages and extending techniques to related NLP tasks like metaphor, sarcasm and error analysis.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7A61C1-FEFE-F984-A625-7174B6335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4458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EC599-5BE0-8636-ECED-D582E70A9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BC703-6AC1-D9DE-033C-E93F6F761CBA}"/>
              </a:ext>
            </a:extLst>
          </p:cNvPr>
          <p:cNvSpPr>
            <a:spLocks noGrp="1"/>
          </p:cNvSpPr>
          <p:nvPr>
            <p:ph type="title"/>
          </p:nvPr>
        </p:nvSpPr>
        <p:spPr>
          <a:ln w="38100">
            <a:noFill/>
          </a:ln>
        </p:spPr>
        <p:txBody>
          <a:bodyPr/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B46DA99B-0D9C-7E3F-0BA2-59015B8E36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18991" y="1721624"/>
            <a:ext cx="9354017" cy="44800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[1]Y. Ge et al., “Implicit knowledge-augmented prompting for commonsense explanation generation,” Knowledge and Information Systems, vol. 67, Jan. 2025, doi: </a:t>
            </a:r>
            <a:r>
              <a:rPr lang="en-US" altLang="en-US" sz="160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https://doi.org/10.1007/s10115-024-02326-w</a:t>
            </a:r>
            <a:r>
              <a:rPr lang="en-US" altLang="en-US" sz="160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[2]J. Sikder, P. Chakraborty, U. K. Das, and K. Dhar, “A hybrid approach for Bengali sentence validation,” Artificial Intelligence Review, vol. 57, no. 11, Oct. 2024, doi: </a:t>
            </a:r>
            <a:r>
              <a:rPr lang="en-US" altLang="en-US" sz="160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https://doi.org/10.1007/s10462-024-10795-2</a:t>
            </a:r>
            <a:r>
              <a:rPr lang="en-US" altLang="en-US" sz="160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[3]A. Bhattacharjee et al., “BanglaBERT: Language Model Pretraining and Benchmarks for Low-Resource Language Understanding Evaluation in Bangla,” arXiv (Cornell University), vol. 4, Jan. 2022, doi: </a:t>
            </a:r>
            <a:r>
              <a:rPr lang="en-US" altLang="en-US" sz="160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https://doi.org/10.48550/arxiv.2101.00204</a:t>
            </a:r>
            <a:r>
              <a:rPr lang="en-US" altLang="en-US" sz="160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[4]C. Wang, S. Liang, Y. Jin, Y. Wang, X. Zhu, and Y. Zhang, “SemEval-2020 Task 4: Commonsense Validation and Explanation,” arXiv (Cornell University), vol. 2, Jan. 2020, doi: </a:t>
            </a:r>
            <a:r>
              <a:rPr lang="en-US" altLang="en-US" sz="160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https://doi.org/10.48550/arxiv.2007.00236</a:t>
            </a:r>
            <a:r>
              <a:rPr lang="en-US" altLang="en-US" sz="160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[6] J. Briskilal and C. N. Subalalitha, “An ensemble model for classifying idioms and literal texts using BERT and RoBERTa,” Information Processing &amp; Management, vol. 59, no. 1, 2022, Art. no. 102756, doi: </a:t>
            </a:r>
            <a:r>
              <a:rPr lang="en-US" altLang="en-US" sz="160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https://doi.org/10.1016/j.measen.2022.100434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160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825C45-D312-587D-ED71-CD1A53F8D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3812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E57C6-C81E-87C6-90D1-FEFBBD004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F8C4D-9090-411B-E7E0-2B50949F2EB9}"/>
              </a:ext>
            </a:extLst>
          </p:cNvPr>
          <p:cNvSpPr>
            <a:spLocks noGrp="1"/>
          </p:cNvSpPr>
          <p:nvPr>
            <p:ph type="title"/>
          </p:nvPr>
        </p:nvSpPr>
        <p:spPr>
          <a:ln w="38100">
            <a:noFill/>
          </a:ln>
        </p:spPr>
        <p:txBody>
          <a:bodyPr/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1FE22806-09FE-BD42-567C-59683A649A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18991" y="1906290"/>
            <a:ext cx="9354017" cy="41107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[7] A. Abedin and B. S. Purkayastha, “Parts of Speech Tagging in Bengali for MWEs Detection,” International Journal of Computer Applications, vol. 99, no. 17, pp. 1–6, Aug. 2014, doi: </a:t>
            </a:r>
            <a:r>
              <a:rPr lang="en-US" sz="1600" u="sng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10.5120/17485-8182</a:t>
            </a:r>
            <a:r>
              <a:rPr lang="en-US" sz="1600" u="sng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160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[8] S. K. Nahin et al., “TituLLMs: A Family of Bangla LLMs with Comprehensive Benchmarking,” arXiv preprint arXiv:2502.11187, 2025, doi: </a:t>
            </a:r>
            <a:r>
              <a:rPr lang="en-US" altLang="en-US" sz="160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https://arxiv.org/abs/2502.11187</a:t>
            </a:r>
            <a:r>
              <a:rPr lang="en-US" altLang="en-US" sz="160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[9] M. Ismayilzada et al., “CROW: Benchmarking Commonsense Reasoning in Real-World Tasks,” in Proceedings of the 2023 Conference on Empirical Methods in Natural Language Processing (EMNLP), Singapore, Dec. 2023, doi: </a:t>
            </a:r>
            <a:r>
              <a:rPr lang="en-US" altLang="en-US" sz="160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https://doi.org/10.48550/arXiv.2310.15239</a:t>
            </a:r>
            <a:r>
              <a:rPr lang="en-US" altLang="en-US" sz="160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[10] L. Jiang, A. Bosselut, C. Bhagavatula, and Y. Choi, “‘I’m Not Mad’: Commonsense Implications of Negation and Contradiction,” in Proceedings of the 2021 Conference of the North American Chapter of the Association for Computational Linguistics: Human Language Technologies (NAACL-HLT), Online, Jun. 2021, pp. 180–191. doi: </a:t>
            </a:r>
            <a:r>
              <a:rPr lang="en-US" altLang="en-US" sz="160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https://doi.org/10.48550/arXiv.2104.06511</a:t>
            </a:r>
            <a:r>
              <a:rPr lang="en-US" altLang="en-US" sz="160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AE22A9-CCEA-ABC0-BDCD-E29FDDAC4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892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2"/>
          <p:cNvSpPr txBox="1"/>
          <p:nvPr/>
        </p:nvSpPr>
        <p:spPr>
          <a:xfrm>
            <a:off x="3061473" y="2875023"/>
            <a:ext cx="6069054" cy="110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alibri"/>
              <a:buNone/>
            </a:pPr>
            <a:r>
              <a:rPr lang="en-US" sz="6600" b="1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THANK YOU</a:t>
            </a:r>
            <a:endParaRPr sz="1800" b="1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Gill Sans"/>
              <a:cs typeface="Times New Roman" panose="02020603050405020304" pitchFamily="18" charset="0"/>
              <a:sym typeface="Gill San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354E2C-6AA4-CB4A-E8FC-CF31D9F43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1827</TotalTime>
  <Words>3079</Words>
  <Application>Microsoft Office PowerPoint</Application>
  <PresentationFormat>Widescreen</PresentationFormat>
  <Paragraphs>449</Paragraphs>
  <Slides>31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Bell MT</vt:lpstr>
      <vt:lpstr>Arial</vt:lpstr>
      <vt:lpstr>Garamond</vt:lpstr>
      <vt:lpstr>Calibri</vt:lpstr>
      <vt:lpstr>Times New Roman</vt:lpstr>
      <vt:lpstr>Wingdings</vt:lpstr>
      <vt:lpstr>Century Gothic</vt:lpstr>
      <vt:lpstr>Savon</vt:lpstr>
      <vt:lpstr>PowerPoint Presentation</vt:lpstr>
      <vt:lpstr>CONTENTS</vt:lpstr>
      <vt:lpstr>INTRODUCTION</vt:lpstr>
      <vt:lpstr>MOTIVATION</vt:lpstr>
      <vt:lpstr>OBJECTIVES</vt:lpstr>
      <vt:lpstr>LITERATURE REVIEW</vt:lpstr>
      <vt:lpstr>LITERATURE REVIEW</vt:lpstr>
      <vt:lpstr>LITERATURE REVIEW</vt:lpstr>
      <vt:lpstr>PowerPoint Presentation</vt:lpstr>
      <vt:lpstr>DATASET</vt:lpstr>
      <vt:lpstr>DATASET</vt:lpstr>
      <vt:lpstr>DATASET</vt:lpstr>
      <vt:lpstr>USED TOOLS &amp; PLATFORMS</vt:lpstr>
      <vt:lpstr>PREPROCESSING</vt:lpstr>
      <vt:lpstr>FEATURE EXTRACTION </vt:lpstr>
      <vt:lpstr>RESULT AND DISCUSSION</vt:lpstr>
      <vt:lpstr>RESULT &amp; DISCUSSION</vt:lpstr>
      <vt:lpstr>RESULT &amp; DISCUSSION</vt:lpstr>
      <vt:lpstr>RESULT &amp; DISCUSSION</vt:lpstr>
      <vt:lpstr>RESULT &amp; DISCUSSION</vt:lpstr>
      <vt:lpstr>RESULT &amp; DISCUSSION</vt:lpstr>
      <vt:lpstr>RESULT &amp; DISCUSSION</vt:lpstr>
      <vt:lpstr>RESULT &amp; DISCUSSION</vt:lpstr>
      <vt:lpstr>RESULT &amp; DISCUSSION</vt:lpstr>
      <vt:lpstr>RESULT &amp; DISCUSSION</vt:lpstr>
      <vt:lpstr>CHALLENGES</vt:lpstr>
      <vt:lpstr>CONCLUSION</vt:lpstr>
      <vt:lpstr>FUTURE WORK</vt:lpstr>
      <vt:lpstr>REFERENCES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Saiful Rahat</dc:creator>
  <cp:lastModifiedBy>Tanbin Chy</cp:lastModifiedBy>
  <cp:revision>65</cp:revision>
  <dcterms:created xsi:type="dcterms:W3CDTF">2019-09-05T04:28:12Z</dcterms:created>
  <dcterms:modified xsi:type="dcterms:W3CDTF">2026-02-07T18:33:40Z</dcterms:modified>
</cp:coreProperties>
</file>